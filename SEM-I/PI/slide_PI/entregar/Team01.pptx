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B89E18-D3EA-441A-8236-34E7EEF26D85}">
  <a:tblStyle styleId="{A3B89E18-D3EA-441A-8236-34E7EEF26D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823c2403_2_37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d823c2403_2_37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823c2403_2_43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d823c2403_2_43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823c2403_2_4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d823c2403_2_4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823c2403_2_6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d823c2403_2_6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823c2403_2_73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d823c2403_2_73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823c2403_2_81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d823c2403_2_81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d823c2403_2_86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d823c2403_2_86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d823c2403_2_91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d823c2403_2_91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823c2403_2_10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d823c2403_2_10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823c2403_2_112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ed823c2403_2_112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823c2403_2_120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d823c2403_2_120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823c2403_2_125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d823c2403_2_125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d823c2403_2_173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d823c2403_2_173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d823c2403_2_18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d823c2403_2_18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d823c2403_2_189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d823c2403_2_189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d823c2403_2_223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d823c2403_2_223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d823c2403_2_23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d823c2403_2_23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d823c2403_2_242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ed823c2403_2_242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d823c2403_2_26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d823c2403_2_26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d823c2403_2_32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d823c2403_2_32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d823c2403_2_38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ed823c2403_2_38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d823c2403_2_436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ed823c2403_2_436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d823c2403_2_442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ed823c2403_2_442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d823c2403_2_509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ed823c2403_2_509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d823c2403_2_56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ed823c2403_2_56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d823c2403_2_577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ed823c2403_2_577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d823c2403_2_585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ed823c2403_2_585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d823c2403_2_597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ed823c2403_2_597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d823c2403_2_61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ed823c2403_2_61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d823c2403_2_619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ed823c2403_2_619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d823c2403_2_624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ed823c2403_2_624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ed823c2403_2_629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ed823c2403_2_629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d823c2403_2_678:notes"/>
          <p:cNvSpPr txBox="1"/>
          <p:nvPr>
            <p:ph idx="1" type="body"/>
          </p:nvPr>
        </p:nvSpPr>
        <p:spPr>
          <a:xfrm>
            <a:off x="685800" y="4343385"/>
            <a:ext cx="5486400" cy="411477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ed823c2403_2_678:notes"/>
          <p:cNvSpPr/>
          <p:nvPr>
            <p:ph idx="2" type="sldImg"/>
          </p:nvPr>
        </p:nvSpPr>
        <p:spPr>
          <a:xfrm>
            <a:off x="563894" y="685759"/>
            <a:ext cx="5730847" cy="34289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279624" y="1258725"/>
            <a:ext cx="6573691" cy="1825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88088" y="1720515"/>
            <a:ext cx="8367822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149839" y="-11"/>
            <a:ext cx="8832797" cy="5126335"/>
          </a:xfrm>
          <a:custGeom>
            <a:rect b="b" l="l" r="r" t="t"/>
            <a:pathLst>
              <a:path extrusionOk="0" h="5309870" w="7299325">
                <a:moveTo>
                  <a:pt x="7299210" y="5309846"/>
                </a:moveTo>
                <a:lnTo>
                  <a:pt x="0" y="5309846"/>
                </a:lnTo>
                <a:lnTo>
                  <a:pt x="0" y="0"/>
                </a:lnTo>
                <a:lnTo>
                  <a:pt x="7299210" y="0"/>
                </a:lnTo>
                <a:lnTo>
                  <a:pt x="7299210" y="5309846"/>
                </a:lnTo>
                <a:close/>
              </a:path>
            </a:pathLst>
          </a:custGeom>
          <a:solidFill>
            <a:srgbClr val="18181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149837" y="-2"/>
            <a:ext cx="8832797" cy="5137983"/>
          </a:xfrm>
          <a:custGeom>
            <a:rect b="b" l="l" r="r" t="t"/>
            <a:pathLst>
              <a:path extrusionOk="0" h="5321935" w="7299325">
                <a:moveTo>
                  <a:pt x="7299126" y="5321807"/>
                </a:moveTo>
                <a:lnTo>
                  <a:pt x="0" y="5321807"/>
                </a:lnTo>
                <a:lnTo>
                  <a:pt x="0" y="0"/>
                </a:lnTo>
                <a:lnTo>
                  <a:pt x="7299126" y="0"/>
                </a:lnTo>
                <a:lnTo>
                  <a:pt x="7299126" y="5321807"/>
                </a:lnTo>
                <a:close/>
              </a:path>
            </a:pathLst>
          </a:custGeom>
          <a:solidFill>
            <a:srgbClr val="18181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183005"/>
            <a:ext cx="3977639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709159" y="1183005"/>
            <a:ext cx="3977639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49839" y="-16"/>
            <a:ext cx="8832797" cy="5133691"/>
          </a:xfrm>
          <a:custGeom>
            <a:rect b="b" l="l" r="r" t="t"/>
            <a:pathLst>
              <a:path extrusionOk="0" h="5317490" w="7299325">
                <a:moveTo>
                  <a:pt x="7299210" y="5317160"/>
                </a:moveTo>
                <a:lnTo>
                  <a:pt x="0" y="5317160"/>
                </a:lnTo>
                <a:lnTo>
                  <a:pt x="0" y="0"/>
                </a:lnTo>
                <a:lnTo>
                  <a:pt x="7299210" y="0"/>
                </a:lnTo>
                <a:lnTo>
                  <a:pt x="7299210" y="5317160"/>
                </a:lnTo>
                <a:close/>
              </a:path>
            </a:pathLst>
          </a:custGeom>
          <a:solidFill>
            <a:srgbClr val="18181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850" u="none" cap="none" strike="noStrike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8088" y="1720515"/>
            <a:ext cx="8367822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0.png"/><Relationship Id="rId10" Type="http://schemas.openxmlformats.org/officeDocument/2006/relationships/image" Target="../media/image20.png"/><Relationship Id="rId12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1.png"/><Relationship Id="rId13" Type="http://schemas.openxmlformats.org/officeDocument/2006/relationships/image" Target="../media/image4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6.png"/><Relationship Id="rId15" Type="http://schemas.openxmlformats.org/officeDocument/2006/relationships/image" Target="../media/image23.png"/><Relationship Id="rId14" Type="http://schemas.openxmlformats.org/officeDocument/2006/relationships/image" Target="../media/image24.png"/><Relationship Id="rId17" Type="http://schemas.openxmlformats.org/officeDocument/2006/relationships/image" Target="../media/image26.png"/><Relationship Id="rId16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22" Type="http://schemas.openxmlformats.org/officeDocument/2006/relationships/image" Target="../media/image55.png"/><Relationship Id="rId21" Type="http://schemas.openxmlformats.org/officeDocument/2006/relationships/image" Target="../media/image61.png"/><Relationship Id="rId24" Type="http://schemas.openxmlformats.org/officeDocument/2006/relationships/image" Target="../media/image49.png"/><Relationship Id="rId23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9" Type="http://schemas.openxmlformats.org/officeDocument/2006/relationships/image" Target="../media/image51.png"/><Relationship Id="rId26" Type="http://schemas.openxmlformats.org/officeDocument/2006/relationships/image" Target="../media/image56.png"/><Relationship Id="rId25" Type="http://schemas.openxmlformats.org/officeDocument/2006/relationships/image" Target="../media/image52.png"/><Relationship Id="rId28" Type="http://schemas.openxmlformats.org/officeDocument/2006/relationships/image" Target="../media/image63.png"/><Relationship Id="rId27" Type="http://schemas.openxmlformats.org/officeDocument/2006/relationships/image" Target="../media/image53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59.png"/><Relationship Id="rId11" Type="http://schemas.openxmlformats.org/officeDocument/2006/relationships/image" Target="../media/image40.png"/><Relationship Id="rId10" Type="http://schemas.openxmlformats.org/officeDocument/2006/relationships/image" Target="../media/image36.png"/><Relationship Id="rId13" Type="http://schemas.openxmlformats.org/officeDocument/2006/relationships/image" Target="../media/image37.png"/><Relationship Id="rId12" Type="http://schemas.openxmlformats.org/officeDocument/2006/relationships/image" Target="../media/image35.png"/><Relationship Id="rId15" Type="http://schemas.openxmlformats.org/officeDocument/2006/relationships/image" Target="../media/image45.png"/><Relationship Id="rId14" Type="http://schemas.openxmlformats.org/officeDocument/2006/relationships/image" Target="../media/image39.png"/><Relationship Id="rId17" Type="http://schemas.openxmlformats.org/officeDocument/2006/relationships/image" Target="../media/image47.png"/><Relationship Id="rId16" Type="http://schemas.openxmlformats.org/officeDocument/2006/relationships/image" Target="../media/image41.png"/><Relationship Id="rId19" Type="http://schemas.openxmlformats.org/officeDocument/2006/relationships/image" Target="../media/image46.png"/><Relationship Id="rId18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72.png"/><Relationship Id="rId22" Type="http://schemas.openxmlformats.org/officeDocument/2006/relationships/image" Target="../media/image79.png"/><Relationship Id="rId21" Type="http://schemas.openxmlformats.org/officeDocument/2006/relationships/image" Target="../media/image75.png"/><Relationship Id="rId24" Type="http://schemas.openxmlformats.org/officeDocument/2006/relationships/image" Target="../media/image71.png"/><Relationship Id="rId23" Type="http://schemas.openxmlformats.org/officeDocument/2006/relationships/image" Target="../media/image7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54.png"/><Relationship Id="rId26" Type="http://schemas.openxmlformats.org/officeDocument/2006/relationships/image" Target="../media/image80.png"/><Relationship Id="rId25" Type="http://schemas.openxmlformats.org/officeDocument/2006/relationships/image" Target="../media/image70.png"/><Relationship Id="rId28" Type="http://schemas.openxmlformats.org/officeDocument/2006/relationships/image" Target="../media/image78.png"/><Relationship Id="rId27" Type="http://schemas.openxmlformats.org/officeDocument/2006/relationships/image" Target="../media/image82.png"/><Relationship Id="rId5" Type="http://schemas.openxmlformats.org/officeDocument/2006/relationships/image" Target="../media/image58.png"/><Relationship Id="rId6" Type="http://schemas.openxmlformats.org/officeDocument/2006/relationships/image" Target="../media/image50.png"/><Relationship Id="rId29" Type="http://schemas.openxmlformats.org/officeDocument/2006/relationships/image" Target="../media/image77.png"/><Relationship Id="rId7" Type="http://schemas.openxmlformats.org/officeDocument/2006/relationships/image" Target="../media/image86.png"/><Relationship Id="rId8" Type="http://schemas.openxmlformats.org/officeDocument/2006/relationships/image" Target="../media/image60.png"/><Relationship Id="rId30" Type="http://schemas.openxmlformats.org/officeDocument/2006/relationships/image" Target="../media/image83.png"/><Relationship Id="rId11" Type="http://schemas.openxmlformats.org/officeDocument/2006/relationships/image" Target="../media/image65.png"/><Relationship Id="rId10" Type="http://schemas.openxmlformats.org/officeDocument/2006/relationships/image" Target="../media/image66.png"/><Relationship Id="rId13" Type="http://schemas.openxmlformats.org/officeDocument/2006/relationships/image" Target="../media/image64.png"/><Relationship Id="rId12" Type="http://schemas.openxmlformats.org/officeDocument/2006/relationships/image" Target="../media/image68.png"/><Relationship Id="rId15" Type="http://schemas.openxmlformats.org/officeDocument/2006/relationships/image" Target="../media/image74.png"/><Relationship Id="rId14" Type="http://schemas.openxmlformats.org/officeDocument/2006/relationships/image" Target="../media/image76.png"/><Relationship Id="rId17" Type="http://schemas.openxmlformats.org/officeDocument/2006/relationships/image" Target="../media/image67.png"/><Relationship Id="rId16" Type="http://schemas.openxmlformats.org/officeDocument/2006/relationships/image" Target="../media/image69.png"/><Relationship Id="rId19" Type="http://schemas.openxmlformats.org/officeDocument/2006/relationships/image" Target="../media/image84.png"/><Relationship Id="rId18" Type="http://schemas.openxmlformats.org/officeDocument/2006/relationships/image" Target="../media/image9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8.png"/><Relationship Id="rId4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7.png"/><Relationship Id="rId5" Type="http://schemas.openxmlformats.org/officeDocument/2006/relationships/image" Target="../media/image96.png"/><Relationship Id="rId6" Type="http://schemas.openxmlformats.org/officeDocument/2006/relationships/image" Target="../media/image101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1" name="Google Shape;91;p19"/>
          <p:cNvSpPr txBox="1"/>
          <p:nvPr>
            <p:ph type="ctrTitle"/>
          </p:nvPr>
        </p:nvSpPr>
        <p:spPr>
          <a:xfrm>
            <a:off x="1279624" y="1258725"/>
            <a:ext cx="6573691" cy="1825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633730" lvl="0" marL="5295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50">
                <a:solidFill>
                  <a:srgbClr val="FFFFFF"/>
                </a:solidFill>
              </a:rPr>
              <a:t>PROJETO INTEGRADOR</a:t>
            </a:r>
            <a:endParaRPr sz="6050"/>
          </a:p>
        </p:txBody>
      </p:sp>
      <p:sp>
        <p:nvSpPr>
          <p:cNvPr id="92" name="Google Shape;92;p19"/>
          <p:cNvSpPr txBox="1"/>
          <p:nvPr/>
        </p:nvSpPr>
        <p:spPr>
          <a:xfrm>
            <a:off x="3677241" y="3238640"/>
            <a:ext cx="1778085" cy="48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01</a:t>
            </a:r>
            <a:endParaRPr sz="31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1883988" y="4050875"/>
            <a:ext cx="536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 slide pode ser visto em: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A6E22E"/>
                </a:solidFill>
                <a:latin typeface="Tahoma"/>
                <a:ea typeface="Tahoma"/>
                <a:cs typeface="Tahoma"/>
                <a:sym typeface="Tahoma"/>
              </a:rPr>
              <a:t>https://mateustrozzi.github.io/slide_PI</a:t>
            </a:r>
            <a:endParaRPr sz="2400">
              <a:solidFill>
                <a:srgbClr val="A6E22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8" name="Google Shape;98;p20"/>
          <p:cNvSpPr txBox="1"/>
          <p:nvPr>
            <p:ph type="title"/>
          </p:nvPr>
        </p:nvSpPr>
        <p:spPr>
          <a:xfrm>
            <a:off x="2032042" y="706622"/>
            <a:ext cx="5404949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1B982"/>
                </a:solidFill>
              </a:rPr>
              <a:t>BOA NOITE A TODOS!</a:t>
            </a:r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329175" y="1431025"/>
            <a:ext cx="8524500" cy="24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065" marR="5080" rtl="0" algn="l">
              <a:lnSpc>
                <a:spcPct val="10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Meu nome é Pedro, tenho uma pequena dificuldade na fala, então meu primo Gabriel fará esta apresentação em meu lugar. No projeto, contribuí com o desenvolvimento do footer e da seção de serviços do site. Agradeço 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atenção de todos e espero que gostem do resultado.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Muito obrigado!</a:t>
            </a:r>
            <a:r>
              <a:rPr lang="pt-BR" sz="2400">
                <a:solidFill>
                  <a:srgbClr val="FEFEFE"/>
                </a:solidFill>
                <a:latin typeface="Tahoma"/>
                <a:ea typeface="Tahoma"/>
                <a:cs typeface="Tahoma"/>
                <a:sym typeface="Tahoma"/>
              </a:rPr>
              <a:t>|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1"/>
          <p:cNvGrpSpPr/>
          <p:nvPr/>
        </p:nvGrpSpPr>
        <p:grpSpPr>
          <a:xfrm>
            <a:off x="1656084" y="778315"/>
            <a:ext cx="5908791" cy="3586650"/>
            <a:chOff x="1368551" y="1283522"/>
            <a:chExt cx="4882895" cy="3715196"/>
          </a:xfrm>
        </p:grpSpPr>
        <p:pic>
          <p:nvPicPr>
            <p:cNvPr id="105" name="Google Shape;10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97156" y="1283522"/>
              <a:ext cx="2952929" cy="2218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05911" y="2852927"/>
              <a:ext cx="198119" cy="164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1"/>
            <p:cNvSpPr/>
            <p:nvPr/>
          </p:nvSpPr>
          <p:spPr>
            <a:xfrm>
              <a:off x="4370513" y="2886985"/>
              <a:ext cx="50800" cy="88265"/>
            </a:xfrm>
            <a:custGeom>
              <a:rect b="b" l="l" r="r" t="t"/>
              <a:pathLst>
                <a:path extrusionOk="0" h="88264" w="50800">
                  <a:moveTo>
                    <a:pt x="21013" y="87926"/>
                  </a:moveTo>
                  <a:lnTo>
                    <a:pt x="0" y="41528"/>
                  </a:lnTo>
                  <a:lnTo>
                    <a:pt x="1507" y="27698"/>
                  </a:lnTo>
                  <a:lnTo>
                    <a:pt x="4913" y="15873"/>
                  </a:lnTo>
                  <a:lnTo>
                    <a:pt x="8338" y="7625"/>
                  </a:lnTo>
                  <a:lnTo>
                    <a:pt x="9898" y="4527"/>
                  </a:lnTo>
                  <a:lnTo>
                    <a:pt x="19327" y="0"/>
                  </a:lnTo>
                  <a:lnTo>
                    <a:pt x="29444" y="1280"/>
                  </a:lnTo>
                  <a:lnTo>
                    <a:pt x="37906" y="8336"/>
                  </a:lnTo>
                  <a:lnTo>
                    <a:pt x="48165" y="25434"/>
                  </a:lnTo>
                  <a:lnTo>
                    <a:pt x="50290" y="42878"/>
                  </a:lnTo>
                  <a:lnTo>
                    <a:pt x="47175" y="60544"/>
                  </a:lnTo>
                  <a:lnTo>
                    <a:pt x="41715" y="78309"/>
                  </a:lnTo>
                  <a:lnTo>
                    <a:pt x="33035" y="87052"/>
                  </a:lnTo>
                  <a:lnTo>
                    <a:pt x="21013" y="879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66615" y="2852927"/>
              <a:ext cx="228599" cy="164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68551" y="3221735"/>
              <a:ext cx="4882895" cy="1776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35638" y="3466096"/>
              <a:ext cx="4075599" cy="863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21"/>
            <p:cNvSpPr/>
            <p:nvPr/>
          </p:nvSpPr>
          <p:spPr>
            <a:xfrm>
              <a:off x="1735638" y="3602516"/>
              <a:ext cx="1209040" cy="714375"/>
            </a:xfrm>
            <a:custGeom>
              <a:rect b="b" l="l" r="r" t="t"/>
              <a:pathLst>
                <a:path extrusionOk="0" h="714375" w="1209039">
                  <a:moveTo>
                    <a:pt x="0" y="713934"/>
                  </a:moveTo>
                  <a:lnTo>
                    <a:pt x="33307" y="713797"/>
                  </a:lnTo>
                  <a:lnTo>
                    <a:pt x="70116" y="713375"/>
                  </a:lnTo>
                  <a:lnTo>
                    <a:pt x="99913" y="712929"/>
                  </a:lnTo>
                  <a:lnTo>
                    <a:pt x="112182" y="712722"/>
                  </a:lnTo>
                  <a:lnTo>
                    <a:pt x="112182" y="505961"/>
                  </a:lnTo>
                  <a:lnTo>
                    <a:pt x="112182" y="277456"/>
                  </a:lnTo>
                  <a:lnTo>
                    <a:pt x="112182" y="92485"/>
                  </a:lnTo>
                  <a:lnTo>
                    <a:pt x="112182" y="16322"/>
                  </a:lnTo>
                  <a:lnTo>
                    <a:pt x="78874" y="16421"/>
                  </a:lnTo>
                  <a:lnTo>
                    <a:pt x="42065" y="16488"/>
                  </a:lnTo>
                  <a:lnTo>
                    <a:pt x="12268" y="16527"/>
                  </a:lnTo>
                  <a:lnTo>
                    <a:pt x="0" y="16539"/>
                  </a:lnTo>
                  <a:lnTo>
                    <a:pt x="0" y="125507"/>
                  </a:lnTo>
                  <a:lnTo>
                    <a:pt x="0" y="365237"/>
                  </a:lnTo>
                  <a:lnTo>
                    <a:pt x="0" y="604966"/>
                  </a:lnTo>
                  <a:lnTo>
                    <a:pt x="0" y="713934"/>
                  </a:lnTo>
                  <a:close/>
                </a:path>
                <a:path extrusionOk="0" h="714375" w="1209039">
                  <a:moveTo>
                    <a:pt x="325709" y="135207"/>
                  </a:moveTo>
                  <a:lnTo>
                    <a:pt x="333445" y="135052"/>
                  </a:lnTo>
                  <a:lnTo>
                    <a:pt x="336539" y="140679"/>
                  </a:lnTo>
                  <a:lnTo>
                    <a:pt x="336539" y="149197"/>
                  </a:lnTo>
                  <a:lnTo>
                    <a:pt x="336539" y="211183"/>
                  </a:lnTo>
                  <a:lnTo>
                    <a:pt x="336539" y="279683"/>
                  </a:lnTo>
                  <a:lnTo>
                    <a:pt x="336539" y="335131"/>
                  </a:lnTo>
                  <a:lnTo>
                    <a:pt x="336539" y="357962"/>
                  </a:lnTo>
                  <a:lnTo>
                    <a:pt x="336539" y="368408"/>
                  </a:lnTo>
                  <a:lnTo>
                    <a:pt x="334217" y="372294"/>
                  </a:lnTo>
                  <a:lnTo>
                    <a:pt x="325709" y="372605"/>
                  </a:lnTo>
                  <a:lnTo>
                    <a:pt x="309400" y="373218"/>
                  </a:lnTo>
                  <a:lnTo>
                    <a:pt x="291376" y="373868"/>
                  </a:lnTo>
                  <a:lnTo>
                    <a:pt x="276786" y="374385"/>
                  </a:lnTo>
                  <a:lnTo>
                    <a:pt x="270779" y="374595"/>
                  </a:lnTo>
                  <a:lnTo>
                    <a:pt x="270779" y="303827"/>
                  </a:lnTo>
                  <a:lnTo>
                    <a:pt x="270779" y="225615"/>
                  </a:lnTo>
                  <a:lnTo>
                    <a:pt x="270779" y="162302"/>
                  </a:lnTo>
                  <a:lnTo>
                    <a:pt x="270779" y="136233"/>
                  </a:lnTo>
                  <a:lnTo>
                    <a:pt x="284511" y="135994"/>
                  </a:lnTo>
                  <a:lnTo>
                    <a:pt x="298244" y="135743"/>
                  </a:lnTo>
                  <a:lnTo>
                    <a:pt x="311977" y="135481"/>
                  </a:lnTo>
                  <a:lnTo>
                    <a:pt x="325709" y="135207"/>
                  </a:lnTo>
                  <a:close/>
                </a:path>
                <a:path extrusionOk="0" h="714375" w="1209039">
                  <a:moveTo>
                    <a:pt x="447172" y="101382"/>
                  </a:moveTo>
                  <a:lnTo>
                    <a:pt x="442724" y="65042"/>
                  </a:lnTo>
                  <a:lnTo>
                    <a:pt x="428992" y="37373"/>
                  </a:lnTo>
                  <a:lnTo>
                    <a:pt x="405396" y="19876"/>
                  </a:lnTo>
                  <a:lnTo>
                    <a:pt x="371355" y="14052"/>
                  </a:lnTo>
                  <a:lnTo>
                    <a:pt x="308187" y="14735"/>
                  </a:lnTo>
                  <a:lnTo>
                    <a:pt x="238378" y="15389"/>
                  </a:lnTo>
                  <a:lnTo>
                    <a:pt x="181868" y="15879"/>
                  </a:lnTo>
                  <a:lnTo>
                    <a:pt x="158600" y="16073"/>
                  </a:lnTo>
                  <a:lnTo>
                    <a:pt x="158600" y="222502"/>
                  </a:lnTo>
                  <a:lnTo>
                    <a:pt x="158600" y="450639"/>
                  </a:lnTo>
                  <a:lnTo>
                    <a:pt x="158600" y="635313"/>
                  </a:lnTo>
                  <a:lnTo>
                    <a:pt x="158600" y="711354"/>
                  </a:lnTo>
                  <a:lnTo>
                    <a:pt x="191906" y="710047"/>
                  </a:lnTo>
                  <a:lnTo>
                    <a:pt x="228714" y="708385"/>
                  </a:lnTo>
                  <a:lnTo>
                    <a:pt x="258510" y="706956"/>
                  </a:lnTo>
                  <a:lnTo>
                    <a:pt x="270779" y="706349"/>
                  </a:lnTo>
                  <a:lnTo>
                    <a:pt x="270779" y="640975"/>
                  </a:lnTo>
                  <a:lnTo>
                    <a:pt x="270779" y="568720"/>
                  </a:lnTo>
                  <a:lnTo>
                    <a:pt x="270779" y="510228"/>
                  </a:lnTo>
                  <a:lnTo>
                    <a:pt x="270779" y="486143"/>
                  </a:lnTo>
                  <a:lnTo>
                    <a:pt x="275681" y="485956"/>
                  </a:lnTo>
                  <a:lnTo>
                    <a:pt x="285480" y="485521"/>
                  </a:lnTo>
                  <a:lnTo>
                    <a:pt x="301558" y="550005"/>
                  </a:lnTo>
                  <a:lnTo>
                    <a:pt x="319327" y="621090"/>
                  </a:lnTo>
                  <a:lnTo>
                    <a:pt x="333711" y="678564"/>
                  </a:lnTo>
                  <a:lnTo>
                    <a:pt x="339634" y="702214"/>
                  </a:lnTo>
                  <a:lnTo>
                    <a:pt x="374089" y="699830"/>
                  </a:lnTo>
                  <a:lnTo>
                    <a:pt x="412168" y="697041"/>
                  </a:lnTo>
                  <a:lnTo>
                    <a:pt x="442992" y="694725"/>
                  </a:lnTo>
                  <a:lnTo>
                    <a:pt x="455684" y="693757"/>
                  </a:lnTo>
                  <a:lnTo>
                    <a:pt x="438226" y="630529"/>
                  </a:lnTo>
                  <a:lnTo>
                    <a:pt x="418933" y="560415"/>
                  </a:lnTo>
                  <a:lnTo>
                    <a:pt x="403316" y="503570"/>
                  </a:lnTo>
                  <a:lnTo>
                    <a:pt x="396886" y="480143"/>
                  </a:lnTo>
                  <a:lnTo>
                    <a:pt x="418452" y="473799"/>
                  </a:lnTo>
                  <a:lnTo>
                    <a:pt x="434214" y="459286"/>
                  </a:lnTo>
                  <a:lnTo>
                    <a:pt x="443885" y="439462"/>
                  </a:lnTo>
                  <a:lnTo>
                    <a:pt x="447172" y="417187"/>
                  </a:lnTo>
                  <a:lnTo>
                    <a:pt x="447172" y="367843"/>
                  </a:lnTo>
                  <a:lnTo>
                    <a:pt x="447172" y="259284"/>
                  </a:lnTo>
                  <a:lnTo>
                    <a:pt x="447172" y="150726"/>
                  </a:lnTo>
                  <a:lnTo>
                    <a:pt x="447172" y="101382"/>
                  </a:lnTo>
                  <a:close/>
                </a:path>
                <a:path extrusionOk="0" h="714375" w="1209039">
                  <a:moveTo>
                    <a:pt x="674625" y="626573"/>
                  </a:moveTo>
                  <a:lnTo>
                    <a:pt x="695758" y="546044"/>
                  </a:lnTo>
                  <a:lnTo>
                    <a:pt x="719113" y="457420"/>
                  </a:lnTo>
                  <a:lnTo>
                    <a:pt x="738018" y="385824"/>
                  </a:lnTo>
                  <a:lnTo>
                    <a:pt x="745802" y="356376"/>
                  </a:lnTo>
                  <a:lnTo>
                    <a:pt x="745802" y="448691"/>
                  </a:lnTo>
                  <a:lnTo>
                    <a:pt x="745802" y="550723"/>
                  </a:lnTo>
                  <a:lnTo>
                    <a:pt x="745802" y="633321"/>
                  </a:lnTo>
                  <a:lnTo>
                    <a:pt x="745802" y="667331"/>
                  </a:lnTo>
                  <a:lnTo>
                    <a:pt x="778190" y="664110"/>
                  </a:lnTo>
                  <a:lnTo>
                    <a:pt x="813984" y="660539"/>
                  </a:lnTo>
                  <a:lnTo>
                    <a:pt x="842959" y="657643"/>
                  </a:lnTo>
                  <a:lnTo>
                    <a:pt x="854889" y="656450"/>
                  </a:lnTo>
                  <a:lnTo>
                    <a:pt x="854889" y="463377"/>
                  </a:lnTo>
                  <a:lnTo>
                    <a:pt x="854889" y="250012"/>
                  </a:lnTo>
                  <a:lnTo>
                    <a:pt x="854889" y="77300"/>
                  </a:lnTo>
                  <a:lnTo>
                    <a:pt x="854889" y="6186"/>
                  </a:lnTo>
                  <a:lnTo>
                    <a:pt x="819514" y="6823"/>
                  </a:lnTo>
                  <a:lnTo>
                    <a:pt x="780421" y="7527"/>
                  </a:lnTo>
                  <a:lnTo>
                    <a:pt x="735745" y="8332"/>
                  </a:lnTo>
                  <a:lnTo>
                    <a:pt x="717599" y="91681"/>
                  </a:lnTo>
                  <a:lnTo>
                    <a:pt x="697544" y="184145"/>
                  </a:lnTo>
                  <a:lnTo>
                    <a:pt x="681310" y="259128"/>
                  </a:lnTo>
                  <a:lnTo>
                    <a:pt x="674625" y="290032"/>
                  </a:lnTo>
                  <a:lnTo>
                    <a:pt x="656480" y="207301"/>
                  </a:lnTo>
                  <a:lnTo>
                    <a:pt x="636426" y="115531"/>
                  </a:lnTo>
                  <a:lnTo>
                    <a:pt x="620193" y="41116"/>
                  </a:lnTo>
                  <a:lnTo>
                    <a:pt x="613509" y="10445"/>
                  </a:lnTo>
                  <a:lnTo>
                    <a:pt x="578363" y="11013"/>
                  </a:lnTo>
                  <a:lnTo>
                    <a:pt x="539523" y="11623"/>
                  </a:lnTo>
                  <a:lnTo>
                    <a:pt x="508083" y="12112"/>
                  </a:lnTo>
                  <a:lnTo>
                    <a:pt x="495137" y="12311"/>
                  </a:lnTo>
                  <a:lnTo>
                    <a:pt x="495137" y="213686"/>
                  </a:lnTo>
                  <a:lnTo>
                    <a:pt x="495137" y="436221"/>
                  </a:lnTo>
                  <a:lnTo>
                    <a:pt x="495137" y="616355"/>
                  </a:lnTo>
                  <a:lnTo>
                    <a:pt x="495137" y="690524"/>
                  </a:lnTo>
                  <a:lnTo>
                    <a:pt x="527526" y="687751"/>
                  </a:lnTo>
                  <a:lnTo>
                    <a:pt x="563320" y="684590"/>
                  </a:lnTo>
                  <a:lnTo>
                    <a:pt x="592294" y="681995"/>
                  </a:lnTo>
                  <a:lnTo>
                    <a:pt x="604224" y="680918"/>
                  </a:lnTo>
                  <a:lnTo>
                    <a:pt x="604224" y="587034"/>
                  </a:lnTo>
                  <a:lnTo>
                    <a:pt x="604224" y="483279"/>
                  </a:lnTo>
                  <a:lnTo>
                    <a:pt x="604224" y="399291"/>
                  </a:lnTo>
                  <a:lnTo>
                    <a:pt x="604224" y="364708"/>
                  </a:lnTo>
                  <a:lnTo>
                    <a:pt x="618308" y="417454"/>
                  </a:lnTo>
                  <a:lnTo>
                    <a:pt x="632386" y="470007"/>
                  </a:lnTo>
                  <a:lnTo>
                    <a:pt x="646463" y="522372"/>
                  </a:lnTo>
                  <a:lnTo>
                    <a:pt x="660541" y="574559"/>
                  </a:lnTo>
                  <a:lnTo>
                    <a:pt x="674625" y="626573"/>
                  </a:lnTo>
                  <a:close/>
                </a:path>
                <a:path extrusionOk="0" h="714375" w="1209039">
                  <a:moveTo>
                    <a:pt x="1085437" y="555317"/>
                  </a:moveTo>
                  <a:lnTo>
                    <a:pt x="1088422" y="578330"/>
                  </a:lnTo>
                  <a:lnTo>
                    <a:pt x="1091722" y="603738"/>
                  </a:lnTo>
                  <a:lnTo>
                    <a:pt x="1094394" y="624297"/>
                  </a:lnTo>
                  <a:lnTo>
                    <a:pt x="1095494" y="632760"/>
                  </a:lnTo>
                  <a:lnTo>
                    <a:pt x="1129031" y="629652"/>
                  </a:lnTo>
                  <a:lnTo>
                    <a:pt x="1166094" y="626270"/>
                  </a:lnTo>
                  <a:lnTo>
                    <a:pt x="1196096" y="623553"/>
                  </a:lnTo>
                  <a:lnTo>
                    <a:pt x="1208449" y="622439"/>
                  </a:lnTo>
                  <a:lnTo>
                    <a:pt x="1178357" y="438658"/>
                  </a:lnTo>
                  <a:lnTo>
                    <a:pt x="1145103" y="234308"/>
                  </a:lnTo>
                  <a:lnTo>
                    <a:pt x="1118184" y="68414"/>
                  </a:lnTo>
                  <a:lnTo>
                    <a:pt x="1107100" y="0"/>
                  </a:lnTo>
                  <a:lnTo>
                    <a:pt x="1071496" y="596"/>
                  </a:lnTo>
                  <a:lnTo>
                    <a:pt x="1032148" y="1271"/>
                  </a:lnTo>
                  <a:lnTo>
                    <a:pt x="987183" y="2052"/>
                  </a:lnTo>
                  <a:lnTo>
                    <a:pt x="957092" y="194249"/>
                  </a:lnTo>
                  <a:lnTo>
                    <a:pt x="923838" y="408082"/>
                  </a:lnTo>
                  <a:lnTo>
                    <a:pt x="896918" y="581722"/>
                  </a:lnTo>
                  <a:lnTo>
                    <a:pt x="885834" y="653341"/>
                  </a:lnTo>
                  <a:lnTo>
                    <a:pt x="919370" y="650001"/>
                  </a:lnTo>
                  <a:lnTo>
                    <a:pt x="956432" y="646319"/>
                  </a:lnTo>
                  <a:lnTo>
                    <a:pt x="986433" y="643343"/>
                  </a:lnTo>
                  <a:lnTo>
                    <a:pt x="998786" y="642118"/>
                  </a:lnTo>
                  <a:lnTo>
                    <a:pt x="1001773" y="618302"/>
                  </a:lnTo>
                  <a:lnTo>
                    <a:pt x="1007746" y="570729"/>
                  </a:lnTo>
                  <a:lnTo>
                    <a:pt x="1047140" y="558608"/>
                  </a:lnTo>
                  <a:lnTo>
                    <a:pt x="1066284" y="556955"/>
                  </a:lnTo>
                  <a:lnTo>
                    <a:pt x="1085437" y="555317"/>
                  </a:lnTo>
                  <a:close/>
                </a:path>
              </a:pathLst>
            </a:custGeom>
            <a:noFill/>
            <a:ln cap="flat" cmpd="sng" w="16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" name="Google Shape;112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48625" y="3825491"/>
              <a:ext cx="68307" cy="2451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21"/>
            <p:cNvSpPr/>
            <p:nvPr/>
          </p:nvSpPr>
          <p:spPr>
            <a:xfrm>
              <a:off x="2654739" y="3466096"/>
              <a:ext cx="909955" cy="749935"/>
            </a:xfrm>
            <a:custGeom>
              <a:rect b="b" l="l" r="r" t="t"/>
              <a:pathLst>
                <a:path extrusionOk="0" h="749935" w="909954">
                  <a:moveTo>
                    <a:pt x="211982" y="0"/>
                  </a:moveTo>
                  <a:lnTo>
                    <a:pt x="210544" y="15706"/>
                  </a:lnTo>
                  <a:lnTo>
                    <a:pt x="204535" y="27444"/>
                  </a:lnTo>
                  <a:lnTo>
                    <a:pt x="194900" y="34809"/>
                  </a:lnTo>
                  <a:lnTo>
                    <a:pt x="182582" y="37400"/>
                  </a:lnTo>
                  <a:lnTo>
                    <a:pt x="161307" y="31609"/>
                  </a:lnTo>
                  <a:lnTo>
                    <a:pt x="137711" y="18746"/>
                  </a:lnTo>
                  <a:lnTo>
                    <a:pt x="111213" y="5861"/>
                  </a:lnTo>
                  <a:lnTo>
                    <a:pt x="47652" y="7913"/>
                  </a:lnTo>
                  <a:lnTo>
                    <a:pt x="4859" y="66444"/>
                  </a:lnTo>
                  <a:lnTo>
                    <a:pt x="0" y="113880"/>
                  </a:lnTo>
                  <a:lnTo>
                    <a:pt x="14471" y="113663"/>
                  </a:lnTo>
                  <a:lnTo>
                    <a:pt x="30464" y="113429"/>
                  </a:lnTo>
                  <a:lnTo>
                    <a:pt x="43410" y="113241"/>
                  </a:lnTo>
                  <a:lnTo>
                    <a:pt x="48740" y="113165"/>
                  </a:lnTo>
                  <a:lnTo>
                    <a:pt x="50710" y="96540"/>
                  </a:lnTo>
                  <a:lnTo>
                    <a:pt x="56380" y="84928"/>
                  </a:lnTo>
                  <a:lnTo>
                    <a:pt x="65386" y="78084"/>
                  </a:lnTo>
                  <a:lnTo>
                    <a:pt x="77366" y="75764"/>
                  </a:lnTo>
                  <a:lnTo>
                    <a:pt x="104166" y="81106"/>
                  </a:lnTo>
                  <a:lnTo>
                    <a:pt x="128136" y="93174"/>
                  </a:lnTo>
                  <a:lnTo>
                    <a:pt x="153412" y="105196"/>
                  </a:lnTo>
                  <a:lnTo>
                    <a:pt x="221337" y="101905"/>
                  </a:lnTo>
                  <a:lnTo>
                    <a:pt x="259199" y="44395"/>
                  </a:lnTo>
                  <a:lnTo>
                    <a:pt x="260722" y="0"/>
                  </a:lnTo>
                  <a:lnTo>
                    <a:pt x="253106" y="0"/>
                  </a:lnTo>
                  <a:lnTo>
                    <a:pt x="236352" y="0"/>
                  </a:lnTo>
                  <a:lnTo>
                    <a:pt x="219597" y="0"/>
                  </a:lnTo>
                  <a:lnTo>
                    <a:pt x="211982" y="0"/>
                  </a:lnTo>
                  <a:close/>
                </a:path>
                <a:path extrusionOk="0" h="749935" w="909954">
                  <a:moveTo>
                    <a:pt x="487402" y="240351"/>
                  </a:moveTo>
                  <a:lnTo>
                    <a:pt x="495140" y="240165"/>
                  </a:lnTo>
                  <a:lnTo>
                    <a:pt x="497459" y="244331"/>
                  </a:lnTo>
                  <a:lnTo>
                    <a:pt x="497459" y="251885"/>
                  </a:lnTo>
                  <a:lnTo>
                    <a:pt x="497459" y="362055"/>
                  </a:lnTo>
                  <a:lnTo>
                    <a:pt x="497459" y="483815"/>
                  </a:lnTo>
                  <a:lnTo>
                    <a:pt x="497459" y="582382"/>
                  </a:lnTo>
                  <a:lnTo>
                    <a:pt x="497459" y="622967"/>
                  </a:lnTo>
                  <a:lnTo>
                    <a:pt x="497459" y="632201"/>
                  </a:lnTo>
                  <a:lnTo>
                    <a:pt x="495913" y="635651"/>
                  </a:lnTo>
                  <a:lnTo>
                    <a:pt x="486629" y="636211"/>
                  </a:lnTo>
                  <a:lnTo>
                    <a:pt x="473995" y="637014"/>
                  </a:lnTo>
                  <a:lnTo>
                    <a:pt x="460034" y="637902"/>
                  </a:lnTo>
                  <a:lnTo>
                    <a:pt x="448732" y="638620"/>
                  </a:lnTo>
                  <a:lnTo>
                    <a:pt x="444078" y="638916"/>
                  </a:lnTo>
                  <a:lnTo>
                    <a:pt x="434793" y="639537"/>
                  </a:lnTo>
                  <a:lnTo>
                    <a:pt x="433248" y="636243"/>
                  </a:lnTo>
                  <a:lnTo>
                    <a:pt x="433248" y="626947"/>
                  </a:lnTo>
                  <a:lnTo>
                    <a:pt x="433248" y="516067"/>
                  </a:lnTo>
                  <a:lnTo>
                    <a:pt x="433248" y="393532"/>
                  </a:lnTo>
                  <a:lnTo>
                    <a:pt x="433248" y="294343"/>
                  </a:lnTo>
                  <a:lnTo>
                    <a:pt x="433248" y="253502"/>
                  </a:lnTo>
                  <a:lnTo>
                    <a:pt x="433248" y="245885"/>
                  </a:lnTo>
                  <a:lnTo>
                    <a:pt x="435566" y="241595"/>
                  </a:lnTo>
                  <a:lnTo>
                    <a:pt x="443305" y="241408"/>
                  </a:lnTo>
                  <a:lnTo>
                    <a:pt x="450195" y="241243"/>
                  </a:lnTo>
                  <a:lnTo>
                    <a:pt x="465353" y="240879"/>
                  </a:lnTo>
                  <a:lnTo>
                    <a:pt x="480512" y="240516"/>
                  </a:lnTo>
                  <a:lnTo>
                    <a:pt x="487402" y="240351"/>
                  </a:lnTo>
                  <a:close/>
                </a:path>
                <a:path extrusionOk="0" h="749935" w="909954">
                  <a:moveTo>
                    <a:pt x="611187" y="210288"/>
                  </a:moveTo>
                  <a:lnTo>
                    <a:pt x="606738" y="178136"/>
                  </a:lnTo>
                  <a:lnTo>
                    <a:pt x="593006" y="153647"/>
                  </a:lnTo>
                  <a:lnTo>
                    <a:pt x="569410" y="138164"/>
                  </a:lnTo>
                  <a:lnTo>
                    <a:pt x="535369" y="133031"/>
                  </a:lnTo>
                  <a:lnTo>
                    <a:pt x="494023" y="133553"/>
                  </a:lnTo>
                  <a:lnTo>
                    <a:pt x="448329" y="134158"/>
                  </a:lnTo>
                  <a:lnTo>
                    <a:pt x="396110" y="134865"/>
                  </a:lnTo>
                  <a:lnTo>
                    <a:pt x="338473" y="157650"/>
                  </a:lnTo>
                  <a:lnTo>
                    <a:pt x="320293" y="216412"/>
                  </a:lnTo>
                  <a:lnTo>
                    <a:pt x="320293" y="350513"/>
                  </a:lnTo>
                  <a:lnTo>
                    <a:pt x="320293" y="498703"/>
                  </a:lnTo>
                  <a:lnTo>
                    <a:pt x="320293" y="618656"/>
                  </a:lnTo>
                  <a:lnTo>
                    <a:pt x="320293" y="668047"/>
                  </a:lnTo>
                  <a:lnTo>
                    <a:pt x="324052" y="701331"/>
                  </a:lnTo>
                  <a:lnTo>
                    <a:pt x="337024" y="728290"/>
                  </a:lnTo>
                  <a:lnTo>
                    <a:pt x="361745" y="745491"/>
                  </a:lnTo>
                  <a:lnTo>
                    <a:pt x="400754" y="749501"/>
                  </a:lnTo>
                  <a:lnTo>
                    <a:pt x="439344" y="746526"/>
                  </a:lnTo>
                  <a:lnTo>
                    <a:pt x="481991" y="743376"/>
                  </a:lnTo>
                  <a:lnTo>
                    <a:pt x="516514" y="740879"/>
                  </a:lnTo>
                  <a:lnTo>
                    <a:pt x="530729" y="739863"/>
                  </a:lnTo>
                  <a:lnTo>
                    <a:pt x="569737" y="730318"/>
                  </a:lnTo>
                  <a:lnTo>
                    <a:pt x="594457" y="710041"/>
                  </a:lnTo>
                  <a:lnTo>
                    <a:pt x="607427" y="681987"/>
                  </a:lnTo>
                  <a:lnTo>
                    <a:pt x="611187" y="649113"/>
                  </a:lnTo>
                  <a:lnTo>
                    <a:pt x="611187" y="600355"/>
                  </a:lnTo>
                  <a:lnTo>
                    <a:pt x="611187" y="551596"/>
                  </a:lnTo>
                  <a:lnTo>
                    <a:pt x="611187" y="259046"/>
                  </a:lnTo>
                  <a:lnTo>
                    <a:pt x="611187" y="210288"/>
                  </a:lnTo>
                  <a:close/>
                </a:path>
                <a:path extrusionOk="0" h="749935" w="909954">
                  <a:moveTo>
                    <a:pt x="823945" y="724598"/>
                  </a:moveTo>
                  <a:lnTo>
                    <a:pt x="864449" y="718411"/>
                  </a:lnTo>
                  <a:lnTo>
                    <a:pt x="890957" y="702082"/>
                  </a:lnTo>
                  <a:lnTo>
                    <a:pt x="905428" y="673918"/>
                  </a:lnTo>
                  <a:lnTo>
                    <a:pt x="909816" y="632231"/>
                  </a:lnTo>
                  <a:lnTo>
                    <a:pt x="909816" y="574261"/>
                  </a:lnTo>
                  <a:lnTo>
                    <a:pt x="909816" y="510198"/>
                  </a:lnTo>
                  <a:lnTo>
                    <a:pt x="909816" y="458342"/>
                  </a:lnTo>
                  <a:lnTo>
                    <a:pt x="909816" y="436991"/>
                  </a:lnTo>
                  <a:lnTo>
                    <a:pt x="906117" y="408992"/>
                  </a:lnTo>
                  <a:lnTo>
                    <a:pt x="895311" y="390423"/>
                  </a:lnTo>
                  <a:lnTo>
                    <a:pt x="877832" y="380230"/>
                  </a:lnTo>
                  <a:lnTo>
                    <a:pt x="854116" y="377361"/>
                  </a:lnTo>
                  <a:lnTo>
                    <a:pt x="833213" y="377723"/>
                  </a:lnTo>
                  <a:lnTo>
                    <a:pt x="810112" y="378154"/>
                  </a:lnTo>
                  <a:lnTo>
                    <a:pt x="791412" y="378516"/>
                  </a:lnTo>
                  <a:lnTo>
                    <a:pt x="783712" y="378667"/>
                  </a:lnTo>
                  <a:lnTo>
                    <a:pt x="772109" y="378916"/>
                  </a:lnTo>
                  <a:lnTo>
                    <a:pt x="766693" y="375745"/>
                  </a:lnTo>
                  <a:lnTo>
                    <a:pt x="766693" y="245823"/>
                  </a:lnTo>
                  <a:lnTo>
                    <a:pt x="771333" y="241657"/>
                  </a:lnTo>
                  <a:lnTo>
                    <a:pt x="818290" y="241083"/>
                  </a:lnTo>
                  <a:lnTo>
                    <a:pt x="859925" y="240639"/>
                  </a:lnTo>
                  <a:lnTo>
                    <a:pt x="907504" y="240165"/>
                  </a:lnTo>
                  <a:lnTo>
                    <a:pt x="901763" y="207459"/>
                  </a:lnTo>
                  <a:lnTo>
                    <a:pt x="895412" y="171306"/>
                  </a:lnTo>
                  <a:lnTo>
                    <a:pt x="890268" y="142036"/>
                  </a:lnTo>
                  <a:lnTo>
                    <a:pt x="888149" y="129984"/>
                  </a:lnTo>
                  <a:lnTo>
                    <a:pt x="842213" y="130249"/>
                  </a:lnTo>
                  <a:lnTo>
                    <a:pt x="791445" y="130590"/>
                  </a:lnTo>
                  <a:lnTo>
                    <a:pt x="750348" y="130885"/>
                  </a:lnTo>
                  <a:lnTo>
                    <a:pt x="699386" y="136823"/>
                  </a:lnTo>
                  <a:lnTo>
                    <a:pt x="662057" y="177396"/>
                  </a:lnTo>
                  <a:lnTo>
                    <a:pt x="657609" y="209510"/>
                  </a:lnTo>
                  <a:lnTo>
                    <a:pt x="657609" y="270001"/>
                  </a:lnTo>
                  <a:lnTo>
                    <a:pt x="657609" y="336848"/>
                  </a:lnTo>
                  <a:lnTo>
                    <a:pt x="657609" y="390959"/>
                  </a:lnTo>
                  <a:lnTo>
                    <a:pt x="657609" y="413239"/>
                  </a:lnTo>
                  <a:lnTo>
                    <a:pt x="662722" y="448823"/>
                  </a:lnTo>
                  <a:lnTo>
                    <a:pt x="676466" y="468892"/>
                  </a:lnTo>
                  <a:lnTo>
                    <a:pt x="696448" y="477589"/>
                  </a:lnTo>
                  <a:lnTo>
                    <a:pt x="720274" y="479055"/>
                  </a:lnTo>
                  <a:lnTo>
                    <a:pt x="737502" y="478543"/>
                  </a:lnTo>
                  <a:lnTo>
                    <a:pt x="756541" y="477994"/>
                  </a:lnTo>
                  <a:lnTo>
                    <a:pt x="771953" y="477555"/>
                  </a:lnTo>
                  <a:lnTo>
                    <a:pt x="778299" y="477376"/>
                  </a:lnTo>
                  <a:lnTo>
                    <a:pt x="788089" y="477506"/>
                  </a:lnTo>
                  <a:lnTo>
                    <a:pt x="794544" y="479416"/>
                  </a:lnTo>
                  <a:lnTo>
                    <a:pt x="798098" y="484480"/>
                  </a:lnTo>
                  <a:lnTo>
                    <a:pt x="799186" y="494071"/>
                  </a:lnTo>
                  <a:lnTo>
                    <a:pt x="799186" y="526240"/>
                  </a:lnTo>
                  <a:lnTo>
                    <a:pt x="799186" y="561791"/>
                  </a:lnTo>
                  <a:lnTo>
                    <a:pt x="799186" y="590568"/>
                  </a:lnTo>
                  <a:lnTo>
                    <a:pt x="799186" y="602417"/>
                  </a:lnTo>
                  <a:lnTo>
                    <a:pt x="799186" y="611433"/>
                  </a:lnTo>
                  <a:lnTo>
                    <a:pt x="796092" y="614822"/>
                  </a:lnTo>
                  <a:lnTo>
                    <a:pt x="750201" y="616471"/>
                  </a:lnTo>
                  <a:lnTo>
                    <a:pt x="710600" y="618043"/>
                  </a:lnTo>
                  <a:lnTo>
                    <a:pt x="665344" y="619920"/>
                  </a:lnTo>
                  <a:lnTo>
                    <a:pt x="671317" y="652808"/>
                  </a:lnTo>
                  <a:lnTo>
                    <a:pt x="677917" y="689121"/>
                  </a:lnTo>
                  <a:lnTo>
                    <a:pt x="683259" y="718503"/>
                  </a:lnTo>
                  <a:lnTo>
                    <a:pt x="685459" y="730598"/>
                  </a:lnTo>
                  <a:lnTo>
                    <a:pt x="720088" y="728892"/>
                  </a:lnTo>
                  <a:lnTo>
                    <a:pt x="754702" y="727322"/>
                  </a:lnTo>
                  <a:lnTo>
                    <a:pt x="789315" y="725898"/>
                  </a:lnTo>
                  <a:lnTo>
                    <a:pt x="823945" y="724629"/>
                  </a:lnTo>
                  <a:close/>
                </a:path>
              </a:pathLst>
            </a:custGeom>
            <a:noFill/>
            <a:ln cap="flat" cmpd="sng" w="16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4" name="Google Shape;114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810886" y="3690890"/>
              <a:ext cx="82931" cy="171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10902" y="3935299"/>
              <a:ext cx="84451" cy="15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21"/>
            <p:cNvSpPr/>
            <p:nvPr/>
          </p:nvSpPr>
          <p:spPr>
            <a:xfrm>
              <a:off x="3707670" y="3595583"/>
              <a:ext cx="575310" cy="607060"/>
            </a:xfrm>
            <a:custGeom>
              <a:rect b="b" l="l" r="r" t="t"/>
              <a:pathLst>
                <a:path extrusionOk="0" h="607060" w="575310">
                  <a:moveTo>
                    <a:pt x="285500" y="72717"/>
                  </a:moveTo>
                  <a:lnTo>
                    <a:pt x="268771" y="20336"/>
                  </a:lnTo>
                  <a:lnTo>
                    <a:pt x="218947" y="342"/>
                  </a:lnTo>
                  <a:lnTo>
                    <a:pt x="153942" y="157"/>
                  </a:lnTo>
                  <a:lnTo>
                    <a:pt x="82101" y="54"/>
                  </a:lnTo>
                  <a:lnTo>
                    <a:pt x="23945" y="9"/>
                  </a:lnTo>
                  <a:lnTo>
                    <a:pt x="0" y="0"/>
                  </a:lnTo>
                  <a:lnTo>
                    <a:pt x="0" y="175306"/>
                  </a:lnTo>
                  <a:lnTo>
                    <a:pt x="0" y="369045"/>
                  </a:lnTo>
                  <a:lnTo>
                    <a:pt x="0" y="525873"/>
                  </a:lnTo>
                  <a:lnTo>
                    <a:pt x="0" y="590447"/>
                  </a:lnTo>
                  <a:lnTo>
                    <a:pt x="60415" y="590543"/>
                  </a:lnTo>
                  <a:lnTo>
                    <a:pt x="127185" y="591116"/>
                  </a:lnTo>
                  <a:lnTo>
                    <a:pt x="181234" y="591759"/>
                  </a:lnTo>
                  <a:lnTo>
                    <a:pt x="203489" y="592064"/>
                  </a:lnTo>
                  <a:lnTo>
                    <a:pt x="244238" y="587874"/>
                  </a:lnTo>
                  <a:lnTo>
                    <a:pt x="271281" y="572439"/>
                  </a:lnTo>
                  <a:lnTo>
                    <a:pt x="286285" y="544471"/>
                  </a:lnTo>
                  <a:lnTo>
                    <a:pt x="290917" y="502682"/>
                  </a:lnTo>
                  <a:lnTo>
                    <a:pt x="290917" y="456973"/>
                  </a:lnTo>
                  <a:lnTo>
                    <a:pt x="290917" y="406457"/>
                  </a:lnTo>
                  <a:lnTo>
                    <a:pt x="290917" y="365565"/>
                  </a:lnTo>
                  <a:lnTo>
                    <a:pt x="290917" y="348728"/>
                  </a:lnTo>
                  <a:lnTo>
                    <a:pt x="288379" y="329662"/>
                  </a:lnTo>
                  <a:lnTo>
                    <a:pt x="280475" y="313111"/>
                  </a:lnTo>
                  <a:lnTo>
                    <a:pt x="266769" y="301078"/>
                  </a:lnTo>
                  <a:lnTo>
                    <a:pt x="246823" y="295565"/>
                  </a:lnTo>
                  <a:lnTo>
                    <a:pt x="265268" y="287097"/>
                  </a:lnTo>
                  <a:lnTo>
                    <a:pt x="277185" y="273772"/>
                  </a:lnTo>
                  <a:lnTo>
                    <a:pt x="283590" y="256367"/>
                  </a:lnTo>
                  <a:lnTo>
                    <a:pt x="285500" y="235656"/>
                  </a:lnTo>
                  <a:lnTo>
                    <a:pt x="285500" y="194922"/>
                  </a:lnTo>
                  <a:lnTo>
                    <a:pt x="285500" y="154187"/>
                  </a:lnTo>
                  <a:lnTo>
                    <a:pt x="285500" y="113452"/>
                  </a:lnTo>
                  <a:lnTo>
                    <a:pt x="285500" y="72717"/>
                  </a:lnTo>
                  <a:close/>
                </a:path>
                <a:path extrusionOk="0" h="607060" w="575310">
                  <a:moveTo>
                    <a:pt x="337322" y="596044"/>
                  </a:moveTo>
                  <a:lnTo>
                    <a:pt x="400728" y="598890"/>
                  </a:lnTo>
                  <a:lnTo>
                    <a:pt x="470791" y="602514"/>
                  </a:lnTo>
                  <a:lnTo>
                    <a:pt x="527503" y="605631"/>
                  </a:lnTo>
                  <a:lnTo>
                    <a:pt x="550853" y="606956"/>
                  </a:lnTo>
                  <a:lnTo>
                    <a:pt x="556594" y="573899"/>
                  </a:lnTo>
                  <a:lnTo>
                    <a:pt x="562946" y="537335"/>
                  </a:lnTo>
                  <a:lnTo>
                    <a:pt x="568089" y="507726"/>
                  </a:lnTo>
                  <a:lnTo>
                    <a:pt x="570208" y="495532"/>
                  </a:lnTo>
                  <a:lnTo>
                    <a:pt x="535291" y="493696"/>
                  </a:lnTo>
                  <a:lnTo>
                    <a:pt x="496698" y="491778"/>
                  </a:lnTo>
                  <a:lnTo>
                    <a:pt x="465457" y="490268"/>
                  </a:lnTo>
                  <a:lnTo>
                    <a:pt x="452592" y="489656"/>
                  </a:lnTo>
                  <a:lnTo>
                    <a:pt x="452592" y="450887"/>
                  </a:lnTo>
                  <a:lnTo>
                    <a:pt x="452592" y="408031"/>
                  </a:lnTo>
                  <a:lnTo>
                    <a:pt x="452592" y="373336"/>
                  </a:lnTo>
                  <a:lnTo>
                    <a:pt x="452592" y="359050"/>
                  </a:lnTo>
                  <a:lnTo>
                    <a:pt x="480155" y="360068"/>
                  </a:lnTo>
                  <a:lnTo>
                    <a:pt x="510620" y="361246"/>
                  </a:lnTo>
                  <a:lnTo>
                    <a:pt x="535282" y="362220"/>
                  </a:lnTo>
                  <a:lnTo>
                    <a:pt x="545436" y="362625"/>
                  </a:lnTo>
                  <a:lnTo>
                    <a:pt x="545436" y="331724"/>
                  </a:lnTo>
                  <a:lnTo>
                    <a:pt x="545436" y="297571"/>
                  </a:lnTo>
                  <a:lnTo>
                    <a:pt x="545436" y="269922"/>
                  </a:lnTo>
                  <a:lnTo>
                    <a:pt x="545436" y="258538"/>
                  </a:lnTo>
                  <a:lnTo>
                    <a:pt x="517873" y="257668"/>
                  </a:lnTo>
                  <a:lnTo>
                    <a:pt x="487409" y="256754"/>
                  </a:lnTo>
                  <a:lnTo>
                    <a:pt x="462747" y="256033"/>
                  </a:lnTo>
                  <a:lnTo>
                    <a:pt x="452592" y="255740"/>
                  </a:lnTo>
                  <a:lnTo>
                    <a:pt x="452592" y="213519"/>
                  </a:lnTo>
                  <a:lnTo>
                    <a:pt x="452592" y="166859"/>
                  </a:lnTo>
                  <a:lnTo>
                    <a:pt x="452592" y="129089"/>
                  </a:lnTo>
                  <a:lnTo>
                    <a:pt x="452592" y="113537"/>
                  </a:lnTo>
                  <a:lnTo>
                    <a:pt x="488887" y="114218"/>
                  </a:lnTo>
                  <a:lnTo>
                    <a:pt x="528996" y="115018"/>
                  </a:lnTo>
                  <a:lnTo>
                    <a:pt x="561463" y="115684"/>
                  </a:lnTo>
                  <a:lnTo>
                    <a:pt x="574832" y="115962"/>
                  </a:lnTo>
                  <a:lnTo>
                    <a:pt x="569096" y="82405"/>
                  </a:lnTo>
                  <a:lnTo>
                    <a:pt x="557623" y="15360"/>
                  </a:lnTo>
                  <a:lnTo>
                    <a:pt x="490722" y="2363"/>
                  </a:lnTo>
                  <a:lnTo>
                    <a:pt x="419130" y="1717"/>
                  </a:lnTo>
                  <a:lnTo>
                    <a:pt x="361182" y="1222"/>
                  </a:lnTo>
                  <a:lnTo>
                    <a:pt x="337322" y="1025"/>
                  </a:lnTo>
                  <a:lnTo>
                    <a:pt x="337322" y="93997"/>
                  </a:lnTo>
                  <a:lnTo>
                    <a:pt x="337322" y="298534"/>
                  </a:lnTo>
                  <a:lnTo>
                    <a:pt x="337322" y="503072"/>
                  </a:lnTo>
                  <a:lnTo>
                    <a:pt x="337322" y="596044"/>
                  </a:lnTo>
                  <a:close/>
                </a:path>
              </a:pathLst>
            </a:custGeom>
            <a:noFill/>
            <a:ln cap="flat" cmpd="sng" w="16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" name="Google Shape;117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25157" y="3700248"/>
              <a:ext cx="82200" cy="2314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21"/>
            <p:cNvSpPr/>
            <p:nvPr/>
          </p:nvSpPr>
          <p:spPr>
            <a:xfrm>
              <a:off x="4321179" y="3599314"/>
              <a:ext cx="297180" cy="632460"/>
            </a:xfrm>
            <a:custGeom>
              <a:rect b="b" l="l" r="r" t="t"/>
              <a:pathLst>
                <a:path extrusionOk="0" h="632460" w="297179">
                  <a:moveTo>
                    <a:pt x="288572" y="85619"/>
                  </a:moveTo>
                  <a:lnTo>
                    <a:pt x="270402" y="26185"/>
                  </a:lnTo>
                  <a:lnTo>
                    <a:pt x="212771" y="3077"/>
                  </a:lnTo>
                  <a:lnTo>
                    <a:pt x="149595" y="2111"/>
                  </a:lnTo>
                  <a:lnTo>
                    <a:pt x="79781" y="1107"/>
                  </a:lnTo>
                  <a:lnTo>
                    <a:pt x="23268" y="319"/>
                  </a:lnTo>
                  <a:lnTo>
                    <a:pt x="0" y="0"/>
                  </a:lnTo>
                  <a:lnTo>
                    <a:pt x="0" y="180341"/>
                  </a:lnTo>
                  <a:lnTo>
                    <a:pt x="0" y="379639"/>
                  </a:lnTo>
                  <a:lnTo>
                    <a:pt x="0" y="540965"/>
                  </a:lnTo>
                  <a:lnTo>
                    <a:pt x="0" y="607391"/>
                  </a:lnTo>
                  <a:lnTo>
                    <a:pt x="33318" y="609832"/>
                  </a:lnTo>
                  <a:lnTo>
                    <a:pt x="70132" y="612626"/>
                  </a:lnTo>
                  <a:lnTo>
                    <a:pt x="99930" y="614924"/>
                  </a:lnTo>
                  <a:lnTo>
                    <a:pt x="112198" y="615879"/>
                  </a:lnTo>
                  <a:lnTo>
                    <a:pt x="112198" y="557765"/>
                  </a:lnTo>
                  <a:lnTo>
                    <a:pt x="112198" y="493538"/>
                  </a:lnTo>
                  <a:lnTo>
                    <a:pt x="112198" y="441548"/>
                  </a:lnTo>
                  <a:lnTo>
                    <a:pt x="112198" y="420141"/>
                  </a:lnTo>
                  <a:lnTo>
                    <a:pt x="117087" y="420420"/>
                  </a:lnTo>
                  <a:lnTo>
                    <a:pt x="126896" y="421042"/>
                  </a:lnTo>
                  <a:lnTo>
                    <a:pt x="142981" y="480417"/>
                  </a:lnTo>
                  <a:lnTo>
                    <a:pt x="160755" y="546266"/>
                  </a:lnTo>
                  <a:lnTo>
                    <a:pt x="175140" y="599657"/>
                  </a:lnTo>
                  <a:lnTo>
                    <a:pt x="181063" y="621661"/>
                  </a:lnTo>
                  <a:lnTo>
                    <a:pt x="215509" y="624747"/>
                  </a:lnTo>
                  <a:lnTo>
                    <a:pt x="253582" y="628233"/>
                  </a:lnTo>
                  <a:lnTo>
                    <a:pt x="284402" y="631083"/>
                  </a:lnTo>
                  <a:lnTo>
                    <a:pt x="297093" y="632263"/>
                  </a:lnTo>
                  <a:lnTo>
                    <a:pt x="279644" y="571456"/>
                  </a:lnTo>
                  <a:lnTo>
                    <a:pt x="260353" y="504521"/>
                  </a:lnTo>
                  <a:lnTo>
                    <a:pt x="244734" y="450438"/>
                  </a:lnTo>
                  <a:lnTo>
                    <a:pt x="238302" y="428192"/>
                  </a:lnTo>
                  <a:lnTo>
                    <a:pt x="259868" y="424889"/>
                  </a:lnTo>
                  <a:lnTo>
                    <a:pt x="275624" y="413425"/>
                  </a:lnTo>
                  <a:lnTo>
                    <a:pt x="285287" y="396365"/>
                  </a:lnTo>
                  <a:lnTo>
                    <a:pt x="288572" y="376273"/>
                  </a:lnTo>
                  <a:lnTo>
                    <a:pt x="288572" y="330859"/>
                  </a:lnTo>
                  <a:lnTo>
                    <a:pt x="288572" y="230946"/>
                  </a:lnTo>
                  <a:lnTo>
                    <a:pt x="288572" y="131034"/>
                  </a:lnTo>
                  <a:lnTo>
                    <a:pt x="288572" y="85619"/>
                  </a:lnTo>
                  <a:close/>
                </a:path>
              </a:pathLst>
            </a:custGeom>
            <a:noFill/>
            <a:ln cap="flat" cmpd="sng" w="163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" name="Google Shape;119;p2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61684" y="3710411"/>
              <a:ext cx="82206" cy="241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1"/>
            <p:cNvSpPr/>
            <p:nvPr/>
          </p:nvSpPr>
          <p:spPr>
            <a:xfrm>
              <a:off x="4657742" y="3604474"/>
              <a:ext cx="1153795" cy="725170"/>
            </a:xfrm>
            <a:custGeom>
              <a:rect b="b" l="l" r="r" t="t"/>
              <a:pathLst>
                <a:path extrusionOk="0" h="725170" w="1153795">
                  <a:moveTo>
                    <a:pt x="288572" y="90345"/>
                  </a:moveTo>
                  <a:lnTo>
                    <a:pt x="270385" y="28174"/>
                  </a:lnTo>
                  <a:lnTo>
                    <a:pt x="212738" y="3917"/>
                  </a:lnTo>
                  <a:lnTo>
                    <a:pt x="149581" y="2728"/>
                  </a:lnTo>
                  <a:lnTo>
                    <a:pt x="79776" y="1445"/>
                  </a:lnTo>
                  <a:lnTo>
                    <a:pt x="23268" y="419"/>
                  </a:lnTo>
                  <a:lnTo>
                    <a:pt x="0" y="0"/>
                  </a:lnTo>
                  <a:lnTo>
                    <a:pt x="0" y="187323"/>
                  </a:lnTo>
                  <a:lnTo>
                    <a:pt x="0" y="394344"/>
                  </a:lnTo>
                  <a:lnTo>
                    <a:pt x="0" y="561924"/>
                  </a:lnTo>
                  <a:lnTo>
                    <a:pt x="0" y="630926"/>
                  </a:lnTo>
                  <a:lnTo>
                    <a:pt x="33299" y="634219"/>
                  </a:lnTo>
                  <a:lnTo>
                    <a:pt x="70103" y="637917"/>
                  </a:lnTo>
                  <a:lnTo>
                    <a:pt x="99897" y="640933"/>
                  </a:lnTo>
                  <a:lnTo>
                    <a:pt x="112165" y="642181"/>
                  </a:lnTo>
                  <a:lnTo>
                    <a:pt x="112165" y="581629"/>
                  </a:lnTo>
                  <a:lnTo>
                    <a:pt x="112165" y="514710"/>
                  </a:lnTo>
                  <a:lnTo>
                    <a:pt x="112165" y="460539"/>
                  </a:lnTo>
                  <a:lnTo>
                    <a:pt x="112165" y="438234"/>
                  </a:lnTo>
                  <a:lnTo>
                    <a:pt x="117086" y="438607"/>
                  </a:lnTo>
                  <a:lnTo>
                    <a:pt x="126863" y="439354"/>
                  </a:lnTo>
                  <a:lnTo>
                    <a:pt x="142949" y="501494"/>
                  </a:lnTo>
                  <a:lnTo>
                    <a:pt x="160722" y="570426"/>
                  </a:lnTo>
                  <a:lnTo>
                    <a:pt x="175107" y="626323"/>
                  </a:lnTo>
                  <a:lnTo>
                    <a:pt x="181030" y="649362"/>
                  </a:lnTo>
                  <a:lnTo>
                    <a:pt x="215476" y="653004"/>
                  </a:lnTo>
                  <a:lnTo>
                    <a:pt x="253549" y="657045"/>
                  </a:lnTo>
                  <a:lnTo>
                    <a:pt x="284369" y="660322"/>
                  </a:lnTo>
                  <a:lnTo>
                    <a:pt x="297060" y="661673"/>
                  </a:lnTo>
                  <a:lnTo>
                    <a:pt x="279611" y="598002"/>
                  </a:lnTo>
                  <a:lnTo>
                    <a:pt x="260320" y="527915"/>
                  </a:lnTo>
                  <a:lnTo>
                    <a:pt x="244701" y="471289"/>
                  </a:lnTo>
                  <a:lnTo>
                    <a:pt x="238269" y="447996"/>
                  </a:lnTo>
                  <a:lnTo>
                    <a:pt x="259840" y="444715"/>
                  </a:lnTo>
                  <a:lnTo>
                    <a:pt x="275608" y="432840"/>
                  </a:lnTo>
                  <a:lnTo>
                    <a:pt x="285282" y="415067"/>
                  </a:lnTo>
                  <a:lnTo>
                    <a:pt x="288572" y="394087"/>
                  </a:lnTo>
                  <a:lnTo>
                    <a:pt x="288572" y="346628"/>
                  </a:lnTo>
                  <a:lnTo>
                    <a:pt x="288572" y="242216"/>
                  </a:lnTo>
                  <a:lnTo>
                    <a:pt x="288572" y="137805"/>
                  </a:lnTo>
                  <a:lnTo>
                    <a:pt x="288572" y="90345"/>
                  </a:lnTo>
                  <a:close/>
                </a:path>
                <a:path extrusionOk="0" h="725170" w="1153795">
                  <a:moveTo>
                    <a:pt x="336529" y="665870"/>
                  </a:moveTo>
                  <a:lnTo>
                    <a:pt x="399921" y="672506"/>
                  </a:lnTo>
                  <a:lnTo>
                    <a:pt x="469986" y="679740"/>
                  </a:lnTo>
                  <a:lnTo>
                    <a:pt x="526706" y="685557"/>
                  </a:lnTo>
                  <a:lnTo>
                    <a:pt x="550061" y="687944"/>
                  </a:lnTo>
                  <a:lnTo>
                    <a:pt x="555802" y="650991"/>
                  </a:lnTo>
                  <a:lnTo>
                    <a:pt x="562153" y="610100"/>
                  </a:lnTo>
                  <a:lnTo>
                    <a:pt x="567297" y="576979"/>
                  </a:lnTo>
                  <a:lnTo>
                    <a:pt x="569415" y="563337"/>
                  </a:lnTo>
                  <a:lnTo>
                    <a:pt x="534498" y="560422"/>
                  </a:lnTo>
                  <a:lnTo>
                    <a:pt x="495906" y="557131"/>
                  </a:lnTo>
                  <a:lnTo>
                    <a:pt x="464664" y="554441"/>
                  </a:lnTo>
                  <a:lnTo>
                    <a:pt x="451800" y="553327"/>
                  </a:lnTo>
                  <a:lnTo>
                    <a:pt x="451800" y="509999"/>
                  </a:lnTo>
                  <a:lnTo>
                    <a:pt x="451800" y="462115"/>
                  </a:lnTo>
                  <a:lnTo>
                    <a:pt x="451800" y="423354"/>
                  </a:lnTo>
                  <a:lnTo>
                    <a:pt x="451800" y="407394"/>
                  </a:lnTo>
                  <a:lnTo>
                    <a:pt x="479363" y="409285"/>
                  </a:lnTo>
                  <a:lnTo>
                    <a:pt x="509827" y="411354"/>
                  </a:lnTo>
                  <a:lnTo>
                    <a:pt x="534489" y="413021"/>
                  </a:lnTo>
                  <a:lnTo>
                    <a:pt x="544644" y="413705"/>
                  </a:lnTo>
                  <a:lnTo>
                    <a:pt x="544644" y="379039"/>
                  </a:lnTo>
                  <a:lnTo>
                    <a:pt x="544644" y="340723"/>
                  </a:lnTo>
                  <a:lnTo>
                    <a:pt x="544644" y="309705"/>
                  </a:lnTo>
                  <a:lnTo>
                    <a:pt x="544644" y="296933"/>
                  </a:lnTo>
                  <a:lnTo>
                    <a:pt x="517081" y="295474"/>
                  </a:lnTo>
                  <a:lnTo>
                    <a:pt x="486616" y="293840"/>
                  </a:lnTo>
                  <a:lnTo>
                    <a:pt x="461955" y="292509"/>
                  </a:lnTo>
                  <a:lnTo>
                    <a:pt x="451800" y="291959"/>
                  </a:lnTo>
                  <a:lnTo>
                    <a:pt x="451800" y="244805"/>
                  </a:lnTo>
                  <a:lnTo>
                    <a:pt x="451800" y="192687"/>
                  </a:lnTo>
                  <a:lnTo>
                    <a:pt x="451800" y="150496"/>
                  </a:lnTo>
                  <a:lnTo>
                    <a:pt x="451800" y="133124"/>
                  </a:lnTo>
                  <a:lnTo>
                    <a:pt x="488094" y="134355"/>
                  </a:lnTo>
                  <a:lnTo>
                    <a:pt x="528204" y="135700"/>
                  </a:lnTo>
                  <a:lnTo>
                    <a:pt x="560671" y="136783"/>
                  </a:lnTo>
                  <a:lnTo>
                    <a:pt x="574039" y="137228"/>
                  </a:lnTo>
                  <a:lnTo>
                    <a:pt x="568298" y="99509"/>
                  </a:lnTo>
                  <a:lnTo>
                    <a:pt x="561947" y="57872"/>
                  </a:lnTo>
                  <a:lnTo>
                    <a:pt x="556803" y="24187"/>
                  </a:lnTo>
                  <a:lnTo>
                    <a:pt x="554685" y="10321"/>
                  </a:lnTo>
                  <a:lnTo>
                    <a:pt x="489915" y="9152"/>
                  </a:lnTo>
                  <a:lnTo>
                    <a:pt x="418333" y="7822"/>
                  </a:lnTo>
                  <a:lnTo>
                    <a:pt x="360388" y="6732"/>
                  </a:lnTo>
                  <a:lnTo>
                    <a:pt x="336529" y="6279"/>
                  </a:lnTo>
                  <a:lnTo>
                    <a:pt x="336529" y="109340"/>
                  </a:lnTo>
                  <a:lnTo>
                    <a:pt x="336529" y="336075"/>
                  </a:lnTo>
                  <a:lnTo>
                    <a:pt x="336529" y="562809"/>
                  </a:lnTo>
                  <a:lnTo>
                    <a:pt x="336529" y="665870"/>
                  </a:lnTo>
                  <a:close/>
                </a:path>
                <a:path extrusionOk="0" h="725170" w="1153795">
                  <a:moveTo>
                    <a:pt x="626654" y="11565"/>
                  </a:moveTo>
                  <a:lnTo>
                    <a:pt x="617923" y="49153"/>
                  </a:lnTo>
                  <a:lnTo>
                    <a:pt x="608278" y="90625"/>
                  </a:lnTo>
                  <a:lnTo>
                    <a:pt x="600472" y="124168"/>
                  </a:lnTo>
                  <a:lnTo>
                    <a:pt x="597258" y="137974"/>
                  </a:lnTo>
                  <a:lnTo>
                    <a:pt x="619532" y="138656"/>
                  </a:lnTo>
                  <a:lnTo>
                    <a:pt x="644155" y="139400"/>
                  </a:lnTo>
                  <a:lnTo>
                    <a:pt x="664090" y="139998"/>
                  </a:lnTo>
                  <a:lnTo>
                    <a:pt x="672300" y="140243"/>
                  </a:lnTo>
                  <a:lnTo>
                    <a:pt x="672300" y="306269"/>
                  </a:lnTo>
                  <a:lnTo>
                    <a:pt x="672300" y="489745"/>
                  </a:lnTo>
                  <a:lnTo>
                    <a:pt x="672300" y="638263"/>
                  </a:lnTo>
                  <a:lnTo>
                    <a:pt x="672300" y="699415"/>
                  </a:lnTo>
                  <a:lnTo>
                    <a:pt x="706300" y="702317"/>
                  </a:lnTo>
                  <a:lnTo>
                    <a:pt x="743873" y="705396"/>
                  </a:lnTo>
                  <a:lnTo>
                    <a:pt x="774288" y="707840"/>
                  </a:lnTo>
                  <a:lnTo>
                    <a:pt x="786811" y="708836"/>
                  </a:lnTo>
                  <a:lnTo>
                    <a:pt x="786811" y="540950"/>
                  </a:lnTo>
                  <a:lnTo>
                    <a:pt x="786811" y="355413"/>
                  </a:lnTo>
                  <a:lnTo>
                    <a:pt x="786811" y="205224"/>
                  </a:lnTo>
                  <a:lnTo>
                    <a:pt x="786811" y="143383"/>
                  </a:lnTo>
                  <a:lnTo>
                    <a:pt x="809084" y="143918"/>
                  </a:lnTo>
                  <a:lnTo>
                    <a:pt x="833707" y="144487"/>
                  </a:lnTo>
                  <a:lnTo>
                    <a:pt x="853642" y="144940"/>
                  </a:lnTo>
                  <a:lnTo>
                    <a:pt x="861852" y="145124"/>
                  </a:lnTo>
                  <a:lnTo>
                    <a:pt x="853581" y="106343"/>
                  </a:lnTo>
                  <a:lnTo>
                    <a:pt x="844433" y="63523"/>
                  </a:lnTo>
                  <a:lnTo>
                    <a:pt x="837026" y="28875"/>
                  </a:lnTo>
                  <a:lnTo>
                    <a:pt x="833976" y="14612"/>
                  </a:lnTo>
                  <a:lnTo>
                    <a:pt x="782176" y="13943"/>
                  </a:lnTo>
                  <a:lnTo>
                    <a:pt x="730315" y="13205"/>
                  </a:lnTo>
                  <a:lnTo>
                    <a:pt x="678453" y="12408"/>
                  </a:lnTo>
                  <a:lnTo>
                    <a:pt x="626654" y="11565"/>
                  </a:lnTo>
                  <a:close/>
                </a:path>
                <a:path extrusionOk="0" h="725170" w="1153795">
                  <a:moveTo>
                    <a:pt x="1030496" y="634750"/>
                  </a:moveTo>
                  <a:lnTo>
                    <a:pt x="1033492" y="660861"/>
                  </a:lnTo>
                  <a:lnTo>
                    <a:pt x="1036797" y="689720"/>
                  </a:lnTo>
                  <a:lnTo>
                    <a:pt x="1039470" y="713082"/>
                  </a:lnTo>
                  <a:lnTo>
                    <a:pt x="1040571" y="722702"/>
                  </a:lnTo>
                  <a:lnTo>
                    <a:pt x="1074100" y="723493"/>
                  </a:lnTo>
                  <a:lnTo>
                    <a:pt x="1111153" y="724112"/>
                  </a:lnTo>
                  <a:lnTo>
                    <a:pt x="1141146" y="724516"/>
                  </a:lnTo>
                  <a:lnTo>
                    <a:pt x="1153496" y="724660"/>
                  </a:lnTo>
                  <a:lnTo>
                    <a:pt x="1123408" y="514420"/>
                  </a:lnTo>
                  <a:lnTo>
                    <a:pt x="1090159" y="282081"/>
                  </a:lnTo>
                  <a:lnTo>
                    <a:pt x="1063245" y="94009"/>
                  </a:lnTo>
                  <a:lnTo>
                    <a:pt x="1052164" y="16570"/>
                  </a:lnTo>
                  <a:lnTo>
                    <a:pt x="1016551" y="16355"/>
                  </a:lnTo>
                  <a:lnTo>
                    <a:pt x="977201" y="16065"/>
                  </a:lnTo>
                  <a:lnTo>
                    <a:pt x="945350" y="15809"/>
                  </a:lnTo>
                  <a:lnTo>
                    <a:pt x="932236" y="15700"/>
                  </a:lnTo>
                  <a:lnTo>
                    <a:pt x="902148" y="223168"/>
                  </a:lnTo>
                  <a:lnTo>
                    <a:pt x="868899" y="451560"/>
                  </a:lnTo>
                  <a:lnTo>
                    <a:pt x="841985" y="636099"/>
                  </a:lnTo>
                  <a:lnTo>
                    <a:pt x="830904" y="712006"/>
                  </a:lnTo>
                  <a:lnTo>
                    <a:pt x="864438" y="714167"/>
                  </a:lnTo>
                  <a:lnTo>
                    <a:pt x="901503" y="716375"/>
                  </a:lnTo>
                  <a:lnTo>
                    <a:pt x="931507" y="718092"/>
                  </a:lnTo>
                  <a:lnTo>
                    <a:pt x="943862" y="718784"/>
                  </a:lnTo>
                  <a:lnTo>
                    <a:pt x="946838" y="693006"/>
                  </a:lnTo>
                  <a:lnTo>
                    <a:pt x="950133" y="664514"/>
                  </a:lnTo>
                  <a:lnTo>
                    <a:pt x="952803" y="641449"/>
                  </a:lnTo>
                  <a:lnTo>
                    <a:pt x="953903" y="631952"/>
                  </a:lnTo>
                  <a:lnTo>
                    <a:pt x="973051" y="632756"/>
                  </a:lnTo>
                  <a:lnTo>
                    <a:pt x="992200" y="633491"/>
                  </a:lnTo>
                  <a:lnTo>
                    <a:pt x="1011348" y="634156"/>
                  </a:lnTo>
                  <a:lnTo>
                    <a:pt x="1030496" y="634750"/>
                  </a:lnTo>
                  <a:close/>
                </a:path>
                <a:path extrusionOk="0" h="725170" w="1153795">
                  <a:moveTo>
                    <a:pt x="992580" y="271875"/>
                  </a:moveTo>
                  <a:lnTo>
                    <a:pt x="1000164" y="346231"/>
                  </a:lnTo>
                  <a:lnTo>
                    <a:pt x="1008541" y="428457"/>
                  </a:lnTo>
                  <a:lnTo>
                    <a:pt x="1015320" y="495037"/>
                  </a:lnTo>
                  <a:lnTo>
                    <a:pt x="1018111" y="522456"/>
                  </a:lnTo>
                  <a:lnTo>
                    <a:pt x="1002726" y="522006"/>
                  </a:lnTo>
                  <a:lnTo>
                    <a:pt x="985722" y="521472"/>
                  </a:lnTo>
                  <a:lnTo>
                    <a:pt x="971957" y="521026"/>
                  </a:lnTo>
                  <a:lnTo>
                    <a:pt x="966289" y="520839"/>
                  </a:lnTo>
                  <a:lnTo>
                    <a:pt x="969118" y="494048"/>
                  </a:lnTo>
                  <a:lnTo>
                    <a:pt x="975591" y="432747"/>
                  </a:lnTo>
                  <a:lnTo>
                    <a:pt x="983278" y="359945"/>
                  </a:lnTo>
                  <a:lnTo>
                    <a:pt x="989750" y="298651"/>
                  </a:lnTo>
                  <a:lnTo>
                    <a:pt x="992580" y="271875"/>
                  </a:lnTo>
                  <a:close/>
                </a:path>
              </a:pathLst>
            </a:custGeom>
            <a:noFill/>
            <a:ln cap="flat" cmpd="sng" w="160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25" name="Google Shape;125;p22"/>
          <p:cNvSpPr txBox="1"/>
          <p:nvPr>
            <p:ph type="ctrTitle"/>
          </p:nvPr>
        </p:nvSpPr>
        <p:spPr>
          <a:xfrm>
            <a:off x="1279624" y="1258725"/>
            <a:ext cx="6573691" cy="1825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872490" lvl="0" marL="88455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50">
                <a:solidFill>
                  <a:srgbClr val="3398DA"/>
                </a:solidFill>
              </a:rPr>
              <a:t>ENGENHARIA DE SOFTWARE</a:t>
            </a:r>
            <a:endParaRPr sz="6050"/>
          </a:p>
        </p:txBody>
      </p:sp>
      <p:sp>
        <p:nvSpPr>
          <p:cNvPr id="126" name="Google Shape;126;p22"/>
          <p:cNvSpPr txBox="1"/>
          <p:nvPr/>
        </p:nvSpPr>
        <p:spPr>
          <a:xfrm>
            <a:off x="2320647" y="3242876"/>
            <a:ext cx="4491318" cy="38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Projetando e documentando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1" name="Google Shape;131;p23"/>
          <p:cNvSpPr txBox="1"/>
          <p:nvPr>
            <p:ph type="title"/>
          </p:nvPr>
        </p:nvSpPr>
        <p:spPr>
          <a:xfrm>
            <a:off x="1021719" y="35823"/>
            <a:ext cx="7089289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EMPRESA E SUA HISTÓRIA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8272" y="727496"/>
            <a:ext cx="5027457" cy="4130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88088" y="1720515"/>
            <a:ext cx="8367822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9675">
            <a:spAutoFit/>
          </a:bodyPr>
          <a:lstStyle/>
          <a:p>
            <a:pPr indent="0" lvl="0" marL="2540" marR="508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Origem e Fundação: Os irmãos José e Jorge Berretta começaram a trabalhar na infância e, em 1977,</a:t>
            </a:r>
            <a:endParaRPr/>
          </a:p>
          <a:p>
            <a:pPr indent="0" lvl="0" marL="121285" marR="123825" rtl="0" algn="ctr">
              <a:lnSpc>
                <a:spcPct val="132083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pt-BR"/>
              <a:t>fundaram a Autopeças Mecânica São Jorge em um pequeno galpão na Vila Daniel</a:t>
            </a:r>
            <a:endParaRPr/>
          </a:p>
        </p:txBody>
      </p:sp>
      <p:sp>
        <p:nvSpPr>
          <p:cNvPr descr="$PPTXTitle" id="138" name="Google Shape;138;p24"/>
          <p:cNvSpPr txBox="1"/>
          <p:nvPr>
            <p:ph type="title"/>
          </p:nvPr>
        </p:nvSpPr>
        <p:spPr>
          <a:xfrm>
            <a:off x="2292300" y="498650"/>
            <a:ext cx="4559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TRAJETÓRIA: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3" name="Google Shape;143;p25"/>
          <p:cNvSpPr txBox="1"/>
          <p:nvPr>
            <p:ph type="title"/>
          </p:nvPr>
        </p:nvSpPr>
        <p:spPr>
          <a:xfrm>
            <a:off x="2292300" y="498650"/>
            <a:ext cx="4559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TRAJETÓRIA: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88088" y="1720515"/>
            <a:ext cx="8367822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Crescimento e Inovação: Com quase 50 anos de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pt-BR"/>
              <a:t>história, o negócio expandiu (estando desde 2007 na</a:t>
            </a:r>
            <a:endParaRPr/>
          </a:p>
          <a:p>
            <a:pPr indent="0" lvl="0" marL="3175" marR="5080" rtl="0" algn="ctr">
              <a:lnSpc>
                <a:spcPct val="1093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pt-BR"/>
              <a:t>Avenida João Miziara), tornou-se referência regional na manutenção de caminhões e acompanhou toda a evolução tecnológica do setor — da mecânica manual à era digital.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/>
        </p:nvSpPr>
        <p:spPr>
          <a:xfrm>
            <a:off x="596763" y="2299520"/>
            <a:ext cx="7939144" cy="11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065" marR="508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Impacto Local: Mais do que uma empresa, a oficina gerou empregos, formou profissionais e criou laços profundos com a comunidade.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150" name="Google Shape;150;p26"/>
          <p:cNvSpPr txBox="1"/>
          <p:nvPr>
            <p:ph idx="4294967295" type="title"/>
          </p:nvPr>
        </p:nvSpPr>
        <p:spPr>
          <a:xfrm>
            <a:off x="2292300" y="498650"/>
            <a:ext cx="4559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TRAJETÓRIA: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5" name="Google Shape;155;p27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012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</a:t>
            </a:r>
            <a:endParaRPr/>
          </a:p>
        </p:txBody>
      </p:sp>
      <p:grpSp>
        <p:nvGrpSpPr>
          <p:cNvPr id="156" name="Google Shape;156;p27"/>
          <p:cNvGrpSpPr/>
          <p:nvPr/>
        </p:nvGrpSpPr>
        <p:grpSpPr>
          <a:xfrm>
            <a:off x="317994" y="1292166"/>
            <a:ext cx="8497004" cy="3269401"/>
            <a:chOff x="262787" y="1338429"/>
            <a:chExt cx="7021830" cy="3386454"/>
          </a:xfrm>
        </p:grpSpPr>
        <p:sp>
          <p:nvSpPr>
            <p:cNvPr id="157" name="Google Shape;157;p27"/>
            <p:cNvSpPr/>
            <p:nvPr/>
          </p:nvSpPr>
          <p:spPr>
            <a:xfrm>
              <a:off x="262787" y="1338429"/>
              <a:ext cx="7021830" cy="3386454"/>
            </a:xfrm>
            <a:custGeom>
              <a:rect b="b" l="l" r="r" t="t"/>
              <a:pathLst>
                <a:path extrusionOk="0" h="3386454" w="7021830">
                  <a:moveTo>
                    <a:pt x="6952948" y="3386299"/>
                  </a:moveTo>
                  <a:lnTo>
                    <a:pt x="68336" y="3386299"/>
                  </a:lnTo>
                  <a:lnTo>
                    <a:pt x="63579" y="3385828"/>
                  </a:lnTo>
                  <a:lnTo>
                    <a:pt x="24817" y="3368272"/>
                  </a:lnTo>
                  <a:lnTo>
                    <a:pt x="2342" y="3332139"/>
                  </a:lnTo>
                  <a:lnTo>
                    <a:pt x="0" y="3317975"/>
                  </a:lnTo>
                  <a:lnTo>
                    <a:pt x="0" y="3313168"/>
                  </a:lnTo>
                  <a:lnTo>
                    <a:pt x="0" y="68331"/>
                  </a:lnTo>
                  <a:lnTo>
                    <a:pt x="14994" y="28505"/>
                  </a:lnTo>
                  <a:lnTo>
                    <a:pt x="49586" y="3724"/>
                  </a:lnTo>
                  <a:lnTo>
                    <a:pt x="68336" y="0"/>
                  </a:lnTo>
                  <a:lnTo>
                    <a:pt x="6952948" y="0"/>
                  </a:lnTo>
                  <a:lnTo>
                    <a:pt x="6992772" y="14984"/>
                  </a:lnTo>
                  <a:lnTo>
                    <a:pt x="7017554" y="49575"/>
                  </a:lnTo>
                  <a:lnTo>
                    <a:pt x="7021284" y="68331"/>
                  </a:lnTo>
                  <a:lnTo>
                    <a:pt x="7021284" y="3317975"/>
                  </a:lnTo>
                  <a:lnTo>
                    <a:pt x="7006290" y="3357787"/>
                  </a:lnTo>
                  <a:lnTo>
                    <a:pt x="6971697" y="3382572"/>
                  </a:lnTo>
                  <a:lnTo>
                    <a:pt x="6957705" y="3385828"/>
                  </a:lnTo>
                  <a:lnTo>
                    <a:pt x="6952948" y="3386299"/>
                  </a:lnTo>
                  <a:close/>
                </a:path>
              </a:pathLst>
            </a:custGeom>
            <a:solidFill>
              <a:srgbClr val="2ECC70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723557" y="2142959"/>
              <a:ext cx="59055" cy="2267585"/>
            </a:xfrm>
            <a:custGeom>
              <a:rect b="b" l="l" r="r" t="t"/>
              <a:pathLst>
                <a:path extrusionOk="0" h="2267585" w="59054">
                  <a:moveTo>
                    <a:pt x="58508" y="2234158"/>
                  </a:moveTo>
                  <a:lnTo>
                    <a:pt x="33134" y="2208784"/>
                  </a:lnTo>
                  <a:lnTo>
                    <a:pt x="25374" y="2208784"/>
                  </a:lnTo>
                  <a:lnTo>
                    <a:pt x="0" y="2234158"/>
                  </a:lnTo>
                  <a:lnTo>
                    <a:pt x="0" y="2241918"/>
                  </a:lnTo>
                  <a:lnTo>
                    <a:pt x="25374" y="2267280"/>
                  </a:lnTo>
                  <a:lnTo>
                    <a:pt x="33134" y="2267280"/>
                  </a:lnTo>
                  <a:lnTo>
                    <a:pt x="58508" y="2241918"/>
                  </a:lnTo>
                  <a:lnTo>
                    <a:pt x="58508" y="2238032"/>
                  </a:lnTo>
                  <a:lnTo>
                    <a:pt x="58508" y="2234158"/>
                  </a:lnTo>
                  <a:close/>
                </a:path>
                <a:path extrusionOk="0" h="2267585" w="59054">
                  <a:moveTo>
                    <a:pt x="58508" y="1868462"/>
                  </a:moveTo>
                  <a:lnTo>
                    <a:pt x="33134" y="1843087"/>
                  </a:lnTo>
                  <a:lnTo>
                    <a:pt x="25374" y="1843087"/>
                  </a:lnTo>
                  <a:lnTo>
                    <a:pt x="0" y="1868462"/>
                  </a:lnTo>
                  <a:lnTo>
                    <a:pt x="0" y="1876221"/>
                  </a:lnTo>
                  <a:lnTo>
                    <a:pt x="25374" y="1901596"/>
                  </a:lnTo>
                  <a:lnTo>
                    <a:pt x="33134" y="1901596"/>
                  </a:lnTo>
                  <a:lnTo>
                    <a:pt x="58508" y="1876221"/>
                  </a:lnTo>
                  <a:lnTo>
                    <a:pt x="58508" y="1872348"/>
                  </a:lnTo>
                  <a:lnTo>
                    <a:pt x="58508" y="1868462"/>
                  </a:lnTo>
                  <a:close/>
                </a:path>
                <a:path extrusionOk="0" h="2267585" w="59054">
                  <a:moveTo>
                    <a:pt x="58508" y="1502765"/>
                  </a:moveTo>
                  <a:lnTo>
                    <a:pt x="33134" y="1477391"/>
                  </a:lnTo>
                  <a:lnTo>
                    <a:pt x="25374" y="1477391"/>
                  </a:lnTo>
                  <a:lnTo>
                    <a:pt x="0" y="1502765"/>
                  </a:lnTo>
                  <a:lnTo>
                    <a:pt x="0" y="1510525"/>
                  </a:lnTo>
                  <a:lnTo>
                    <a:pt x="25374" y="1535899"/>
                  </a:lnTo>
                  <a:lnTo>
                    <a:pt x="33134" y="1535899"/>
                  </a:lnTo>
                  <a:lnTo>
                    <a:pt x="58508" y="1510525"/>
                  </a:lnTo>
                  <a:lnTo>
                    <a:pt x="58508" y="1506651"/>
                  </a:lnTo>
                  <a:lnTo>
                    <a:pt x="58508" y="1502765"/>
                  </a:lnTo>
                  <a:close/>
                </a:path>
                <a:path extrusionOk="0" h="2267585" w="59054">
                  <a:moveTo>
                    <a:pt x="58508" y="1129766"/>
                  </a:moveTo>
                  <a:lnTo>
                    <a:pt x="33134" y="1104392"/>
                  </a:lnTo>
                  <a:lnTo>
                    <a:pt x="25374" y="1104392"/>
                  </a:lnTo>
                  <a:lnTo>
                    <a:pt x="0" y="1129766"/>
                  </a:lnTo>
                  <a:lnTo>
                    <a:pt x="0" y="1137526"/>
                  </a:lnTo>
                  <a:lnTo>
                    <a:pt x="25374" y="1162888"/>
                  </a:lnTo>
                  <a:lnTo>
                    <a:pt x="33134" y="1162888"/>
                  </a:lnTo>
                  <a:lnTo>
                    <a:pt x="58508" y="1137526"/>
                  </a:lnTo>
                  <a:lnTo>
                    <a:pt x="58508" y="1133640"/>
                  </a:lnTo>
                  <a:lnTo>
                    <a:pt x="58508" y="1129766"/>
                  </a:lnTo>
                  <a:close/>
                </a:path>
                <a:path extrusionOk="0" h="2267585" w="59054">
                  <a:moveTo>
                    <a:pt x="58508" y="764070"/>
                  </a:moveTo>
                  <a:lnTo>
                    <a:pt x="33134" y="738695"/>
                  </a:lnTo>
                  <a:lnTo>
                    <a:pt x="25374" y="738695"/>
                  </a:lnTo>
                  <a:lnTo>
                    <a:pt x="0" y="764070"/>
                  </a:lnTo>
                  <a:lnTo>
                    <a:pt x="0" y="771829"/>
                  </a:lnTo>
                  <a:lnTo>
                    <a:pt x="25374" y="797204"/>
                  </a:lnTo>
                  <a:lnTo>
                    <a:pt x="33134" y="797204"/>
                  </a:lnTo>
                  <a:lnTo>
                    <a:pt x="58508" y="771829"/>
                  </a:lnTo>
                  <a:lnTo>
                    <a:pt x="58508" y="767956"/>
                  </a:lnTo>
                  <a:lnTo>
                    <a:pt x="58508" y="764070"/>
                  </a:lnTo>
                  <a:close/>
                </a:path>
                <a:path extrusionOk="0" h="2267585" w="59054">
                  <a:moveTo>
                    <a:pt x="58508" y="391058"/>
                  </a:moveTo>
                  <a:lnTo>
                    <a:pt x="33134" y="365696"/>
                  </a:lnTo>
                  <a:lnTo>
                    <a:pt x="25374" y="365696"/>
                  </a:lnTo>
                  <a:lnTo>
                    <a:pt x="0" y="391058"/>
                  </a:lnTo>
                  <a:lnTo>
                    <a:pt x="0" y="398830"/>
                  </a:lnTo>
                  <a:lnTo>
                    <a:pt x="25374" y="424192"/>
                  </a:lnTo>
                  <a:lnTo>
                    <a:pt x="33134" y="424192"/>
                  </a:lnTo>
                  <a:lnTo>
                    <a:pt x="58508" y="398830"/>
                  </a:lnTo>
                  <a:lnTo>
                    <a:pt x="58508" y="394944"/>
                  </a:lnTo>
                  <a:lnTo>
                    <a:pt x="58508" y="391058"/>
                  </a:lnTo>
                  <a:close/>
                </a:path>
                <a:path extrusionOk="0" h="2267585" w="59054">
                  <a:moveTo>
                    <a:pt x="58508" y="25374"/>
                  </a:moveTo>
                  <a:lnTo>
                    <a:pt x="33134" y="0"/>
                  </a:lnTo>
                  <a:lnTo>
                    <a:pt x="25374" y="0"/>
                  </a:lnTo>
                  <a:lnTo>
                    <a:pt x="0" y="25374"/>
                  </a:lnTo>
                  <a:lnTo>
                    <a:pt x="0" y="33134"/>
                  </a:lnTo>
                  <a:lnTo>
                    <a:pt x="25374" y="58508"/>
                  </a:lnTo>
                  <a:lnTo>
                    <a:pt x="33134" y="58508"/>
                  </a:lnTo>
                  <a:lnTo>
                    <a:pt x="58508" y="33134"/>
                  </a:lnTo>
                  <a:lnTo>
                    <a:pt x="58508" y="29260"/>
                  </a:lnTo>
                  <a:lnTo>
                    <a:pt x="58508" y="253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27"/>
          <p:cNvSpPr txBox="1"/>
          <p:nvPr/>
        </p:nvSpPr>
        <p:spPr>
          <a:xfrm>
            <a:off x="1065693" y="1385822"/>
            <a:ext cx="7223760" cy="2948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765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ECC70"/>
                </a:solidFill>
                <a:latin typeface="Trebuchet MS"/>
                <a:ea typeface="Trebuchet MS"/>
                <a:cs typeface="Trebuchet MS"/>
                <a:sym typeface="Trebuchet MS"/>
              </a:rPr>
              <a:t>FUNCIONAIS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723389" rtl="0" algn="l">
              <a:lnSpc>
                <a:spcPct val="1655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exibir um mapa de como chegar à oficina. O site deverá apresentar as perguntas frequentes.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exibir link para whatsapp, telefone e localização.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202758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exibir os diferenciais da empresa (em relação aos concorrentes). O site deverá exibir uma seção “Sobre nós”.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formar a página “Home” com um carrossel abaixo do header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exibir os nossos (principais) serviços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4" name="Google Shape;164;p28"/>
          <p:cNvSpPr txBox="1"/>
          <p:nvPr>
            <p:ph type="title"/>
          </p:nvPr>
        </p:nvSpPr>
        <p:spPr>
          <a:xfrm>
            <a:off x="1760585" y="537153"/>
            <a:ext cx="5611650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012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</a:t>
            </a:r>
            <a:endParaRPr/>
          </a:p>
        </p:txBody>
      </p:sp>
      <p:grpSp>
        <p:nvGrpSpPr>
          <p:cNvPr id="165" name="Google Shape;165;p28"/>
          <p:cNvGrpSpPr/>
          <p:nvPr/>
        </p:nvGrpSpPr>
        <p:grpSpPr>
          <a:xfrm>
            <a:off x="317994" y="1292166"/>
            <a:ext cx="8497004" cy="3269401"/>
            <a:chOff x="262787" y="1338429"/>
            <a:chExt cx="7021830" cy="3386454"/>
          </a:xfrm>
        </p:grpSpPr>
        <p:sp>
          <p:nvSpPr>
            <p:cNvPr id="166" name="Google Shape;166;p28"/>
            <p:cNvSpPr/>
            <p:nvPr/>
          </p:nvSpPr>
          <p:spPr>
            <a:xfrm>
              <a:off x="262787" y="1338429"/>
              <a:ext cx="7021830" cy="3386454"/>
            </a:xfrm>
            <a:custGeom>
              <a:rect b="b" l="l" r="r" t="t"/>
              <a:pathLst>
                <a:path extrusionOk="0" h="3386454" w="7021830">
                  <a:moveTo>
                    <a:pt x="6952948" y="3386299"/>
                  </a:moveTo>
                  <a:lnTo>
                    <a:pt x="68336" y="3386299"/>
                  </a:lnTo>
                  <a:lnTo>
                    <a:pt x="63579" y="3385828"/>
                  </a:lnTo>
                  <a:lnTo>
                    <a:pt x="24817" y="3368272"/>
                  </a:lnTo>
                  <a:lnTo>
                    <a:pt x="2342" y="3332139"/>
                  </a:lnTo>
                  <a:lnTo>
                    <a:pt x="0" y="3317975"/>
                  </a:lnTo>
                  <a:lnTo>
                    <a:pt x="0" y="3313168"/>
                  </a:lnTo>
                  <a:lnTo>
                    <a:pt x="0" y="68331"/>
                  </a:lnTo>
                  <a:lnTo>
                    <a:pt x="14994" y="28505"/>
                  </a:lnTo>
                  <a:lnTo>
                    <a:pt x="49586" y="3728"/>
                  </a:lnTo>
                  <a:lnTo>
                    <a:pt x="68336" y="0"/>
                  </a:lnTo>
                  <a:lnTo>
                    <a:pt x="6952948" y="0"/>
                  </a:lnTo>
                  <a:lnTo>
                    <a:pt x="6992772" y="14991"/>
                  </a:lnTo>
                  <a:lnTo>
                    <a:pt x="7017554" y="49575"/>
                  </a:lnTo>
                  <a:lnTo>
                    <a:pt x="7021284" y="68331"/>
                  </a:lnTo>
                  <a:lnTo>
                    <a:pt x="7021284" y="3317975"/>
                  </a:lnTo>
                  <a:lnTo>
                    <a:pt x="7006290" y="3357787"/>
                  </a:lnTo>
                  <a:lnTo>
                    <a:pt x="6971697" y="3382572"/>
                  </a:lnTo>
                  <a:lnTo>
                    <a:pt x="6957705" y="3385828"/>
                  </a:lnTo>
                  <a:lnTo>
                    <a:pt x="6952948" y="3386299"/>
                  </a:lnTo>
                  <a:close/>
                </a:path>
              </a:pathLst>
            </a:custGeom>
            <a:solidFill>
              <a:srgbClr val="FFFA00">
                <a:alpha val="200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1140447" y="2142959"/>
              <a:ext cx="59055" cy="797560"/>
            </a:xfrm>
            <a:custGeom>
              <a:rect b="b" l="l" r="r" t="t"/>
              <a:pathLst>
                <a:path extrusionOk="0" h="797560" w="59055">
                  <a:moveTo>
                    <a:pt x="58508" y="764070"/>
                  </a:moveTo>
                  <a:lnTo>
                    <a:pt x="33134" y="738695"/>
                  </a:lnTo>
                  <a:lnTo>
                    <a:pt x="25374" y="738695"/>
                  </a:lnTo>
                  <a:lnTo>
                    <a:pt x="0" y="764070"/>
                  </a:lnTo>
                  <a:lnTo>
                    <a:pt x="0" y="771829"/>
                  </a:lnTo>
                  <a:lnTo>
                    <a:pt x="25374" y="797204"/>
                  </a:lnTo>
                  <a:lnTo>
                    <a:pt x="33134" y="797204"/>
                  </a:lnTo>
                  <a:lnTo>
                    <a:pt x="58508" y="771829"/>
                  </a:lnTo>
                  <a:lnTo>
                    <a:pt x="58508" y="767956"/>
                  </a:lnTo>
                  <a:lnTo>
                    <a:pt x="58508" y="764070"/>
                  </a:lnTo>
                  <a:close/>
                </a:path>
                <a:path extrusionOk="0" h="797560" w="59055">
                  <a:moveTo>
                    <a:pt x="58508" y="391058"/>
                  </a:moveTo>
                  <a:lnTo>
                    <a:pt x="33134" y="365696"/>
                  </a:lnTo>
                  <a:lnTo>
                    <a:pt x="25374" y="365696"/>
                  </a:lnTo>
                  <a:lnTo>
                    <a:pt x="0" y="391058"/>
                  </a:lnTo>
                  <a:lnTo>
                    <a:pt x="0" y="398830"/>
                  </a:lnTo>
                  <a:lnTo>
                    <a:pt x="25374" y="424192"/>
                  </a:lnTo>
                  <a:lnTo>
                    <a:pt x="33134" y="424192"/>
                  </a:lnTo>
                  <a:lnTo>
                    <a:pt x="58508" y="398830"/>
                  </a:lnTo>
                  <a:lnTo>
                    <a:pt x="58508" y="394944"/>
                  </a:lnTo>
                  <a:lnTo>
                    <a:pt x="58508" y="391058"/>
                  </a:lnTo>
                  <a:close/>
                </a:path>
                <a:path extrusionOk="0" h="797560" w="59055">
                  <a:moveTo>
                    <a:pt x="58508" y="25374"/>
                  </a:moveTo>
                  <a:lnTo>
                    <a:pt x="33134" y="0"/>
                  </a:lnTo>
                  <a:lnTo>
                    <a:pt x="25374" y="0"/>
                  </a:lnTo>
                  <a:lnTo>
                    <a:pt x="0" y="25374"/>
                  </a:lnTo>
                  <a:lnTo>
                    <a:pt x="0" y="33121"/>
                  </a:lnTo>
                  <a:lnTo>
                    <a:pt x="25374" y="58508"/>
                  </a:lnTo>
                  <a:lnTo>
                    <a:pt x="33134" y="58508"/>
                  </a:lnTo>
                  <a:lnTo>
                    <a:pt x="58508" y="33121"/>
                  </a:lnTo>
                  <a:lnTo>
                    <a:pt x="58508" y="29260"/>
                  </a:lnTo>
                  <a:lnTo>
                    <a:pt x="58508" y="253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8"/>
          <p:cNvSpPr txBox="1"/>
          <p:nvPr/>
        </p:nvSpPr>
        <p:spPr>
          <a:xfrm>
            <a:off x="1569196" y="1385821"/>
            <a:ext cx="6217152" cy="152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765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EDFF00"/>
                </a:solidFill>
                <a:latin typeface="Trebuchet MS"/>
                <a:ea typeface="Trebuchet MS"/>
                <a:cs typeface="Trebuchet MS"/>
                <a:sym typeface="Trebuchet MS"/>
              </a:rPr>
              <a:t>NÃO FUNCIONAIS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671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site deverá ser responsivo e adaptável a diferentes dispositivos. O site deverá ter um tempo de carregamento inferior a 3 segundos. O site deve levar em consideração oscilações de rede (3G/4G).</a:t>
            </a:r>
            <a:endParaRPr sz="14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3" name="Google Shape;173;p29"/>
          <p:cNvSpPr txBox="1"/>
          <p:nvPr>
            <p:ph type="title"/>
          </p:nvPr>
        </p:nvSpPr>
        <p:spPr>
          <a:xfrm>
            <a:off x="1559239" y="854902"/>
            <a:ext cx="6014293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DO PROJETO</a:t>
            </a:r>
            <a:endParaRPr/>
          </a:p>
        </p:txBody>
      </p:sp>
      <p:sp>
        <p:nvSpPr>
          <p:cNvPr id="174" name="Google Shape;174;p29"/>
          <p:cNvSpPr txBox="1"/>
          <p:nvPr/>
        </p:nvSpPr>
        <p:spPr>
          <a:xfrm>
            <a:off x="391269" y="1579296"/>
            <a:ext cx="8350239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96850" lvl="0" marL="384810" marR="37719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Desenvolver uma landing page para a oficina mecânica com o objetivo de atrair clientela, que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065" marR="5080" rtl="0" algn="ctr">
              <a:lnSpc>
                <a:spcPct val="109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permita apresentar a empresa, divulgar seus serviços, exibir informações de contato e possibilitar que os usuários solicitem orçamentos ou agendem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atendimentos de maneira simples e intuitiva.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30"/>
          <p:cNvGrpSpPr/>
          <p:nvPr/>
        </p:nvGrpSpPr>
        <p:grpSpPr>
          <a:xfrm>
            <a:off x="1987441" y="1567083"/>
            <a:ext cx="5169118" cy="3417639"/>
            <a:chOff x="262787" y="1535900"/>
            <a:chExt cx="4271645" cy="3540127"/>
          </a:xfrm>
        </p:grpSpPr>
        <p:sp>
          <p:nvSpPr>
            <p:cNvPr id="180" name="Google Shape;180;p30"/>
            <p:cNvSpPr/>
            <p:nvPr/>
          </p:nvSpPr>
          <p:spPr>
            <a:xfrm>
              <a:off x="262787" y="1535902"/>
              <a:ext cx="4271645" cy="3540125"/>
            </a:xfrm>
            <a:custGeom>
              <a:rect b="b" l="l" r="r" t="t"/>
              <a:pathLst>
                <a:path extrusionOk="0" h="3540125" w="4271645">
                  <a:moveTo>
                    <a:pt x="4271281" y="3539897"/>
                  </a:moveTo>
                  <a:lnTo>
                    <a:pt x="0" y="3539897"/>
                  </a:lnTo>
                  <a:lnTo>
                    <a:pt x="0" y="0"/>
                  </a:lnTo>
                  <a:lnTo>
                    <a:pt x="4271281" y="0"/>
                  </a:lnTo>
                  <a:lnTo>
                    <a:pt x="4271281" y="35398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262787" y="1543214"/>
              <a:ext cx="4271645" cy="3525520"/>
            </a:xfrm>
            <a:custGeom>
              <a:rect b="b" l="l" r="r" t="t"/>
              <a:pathLst>
                <a:path extrusionOk="0" h="3525520" w="4271645">
                  <a:moveTo>
                    <a:pt x="0" y="0"/>
                  </a:moveTo>
                  <a:lnTo>
                    <a:pt x="4271281" y="0"/>
                  </a:lnTo>
                </a:path>
                <a:path extrusionOk="0" h="3525520" w="4271645">
                  <a:moveTo>
                    <a:pt x="0" y="3525270"/>
                  </a:moveTo>
                  <a:lnTo>
                    <a:pt x="4271281" y="3525270"/>
                  </a:lnTo>
                </a:path>
              </a:pathLst>
            </a:custGeom>
            <a:noFill/>
            <a:ln cap="flat" cmpd="sng" w="14625">
              <a:solidFill>
                <a:srgbClr val="66666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4526755" y="1535900"/>
              <a:ext cx="0" cy="3540125"/>
            </a:xfrm>
            <a:custGeom>
              <a:rect b="b" l="l" r="r" t="t"/>
              <a:pathLst>
                <a:path extrusionOk="0" h="3540125" w="120000">
                  <a:moveTo>
                    <a:pt x="0" y="0"/>
                  </a:moveTo>
                  <a:lnTo>
                    <a:pt x="0" y="3539897"/>
                  </a:lnTo>
                </a:path>
              </a:pathLst>
            </a:custGeom>
            <a:noFill/>
            <a:ln cap="flat" cmpd="sng" w="14625">
              <a:solidFill>
                <a:srgbClr val="66666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270101" y="1535900"/>
              <a:ext cx="0" cy="3540125"/>
            </a:xfrm>
            <a:custGeom>
              <a:rect b="b" l="l" r="r" t="t"/>
              <a:pathLst>
                <a:path extrusionOk="0" h="3540125" w="120000">
                  <a:moveTo>
                    <a:pt x="0" y="0"/>
                  </a:moveTo>
                  <a:lnTo>
                    <a:pt x="0" y="3539897"/>
                  </a:lnTo>
                </a:path>
              </a:pathLst>
            </a:custGeom>
            <a:noFill/>
            <a:ln cap="flat" cmpd="sng" w="14625">
              <a:solidFill>
                <a:srgbClr val="66666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84" name="Google Shape;184;p30"/>
          <p:cNvSpPr txBox="1"/>
          <p:nvPr>
            <p:ph type="title"/>
          </p:nvPr>
        </p:nvSpPr>
        <p:spPr>
          <a:xfrm>
            <a:off x="2472750" y="184100"/>
            <a:ext cx="4198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UML</a:t>
            </a:r>
            <a:endParaRPr/>
          </a:p>
        </p:txBody>
      </p:sp>
      <p:sp>
        <p:nvSpPr>
          <p:cNvPr id="185" name="Google Shape;185;p30"/>
          <p:cNvSpPr txBox="1"/>
          <p:nvPr/>
        </p:nvSpPr>
        <p:spPr>
          <a:xfrm>
            <a:off x="1054950" y="987492"/>
            <a:ext cx="7034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Representação do fluxo de dados do sistema.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3441861" y="1728247"/>
            <a:ext cx="67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11430" lvl="0" marL="0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Ver localização no Google Maps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3499530" y="2215289"/>
            <a:ext cx="56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54610" lvl="0" marL="54610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Ver perguntas frequentes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3473696" y="2678707"/>
            <a:ext cx="61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23495" lvl="0" marL="23495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Enviar dúvidas via Whatsapp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3459997" y="3194728"/>
            <a:ext cx="642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72390" lvl="0" marL="72390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Ver diferenciais da empresa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3386801" y="3663382"/>
            <a:ext cx="995100" cy="1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33350" lvl="0" marL="133350" marR="17526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Conhecer a história da empresa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1605" lvl="0" marL="184785" marR="219075" rtl="0" algn="l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Ver os principais serviços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Ver informações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165" rtl="0" algn="ctr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e imagens no carrossel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4970236" y="2270569"/>
            <a:ext cx="61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Gerir conteúdo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4717508" y="2755050"/>
            <a:ext cx="902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Atualizar informações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578162" y="3271072"/>
            <a:ext cx="101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268605" lvl="0" marL="268605" marR="5080" rtl="0" algn="l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Times New Roman"/>
                <a:ea typeface="Times New Roman"/>
                <a:cs typeface="Times New Roman"/>
                <a:sym typeface="Times New Roman"/>
              </a:rPr>
              <a:t>Responder às indagações enviadas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4" name="Google Shape;194;p30"/>
          <p:cNvGrpSpPr/>
          <p:nvPr/>
        </p:nvGrpSpPr>
        <p:grpSpPr>
          <a:xfrm>
            <a:off x="2660392" y="1679252"/>
            <a:ext cx="3702623" cy="3185740"/>
            <a:chOff x="818899" y="1652089"/>
            <a:chExt cx="3059766" cy="3299917"/>
          </a:xfrm>
        </p:grpSpPr>
        <p:sp>
          <p:nvSpPr>
            <p:cNvPr id="195" name="Google Shape;195;p30"/>
            <p:cNvSpPr/>
            <p:nvPr/>
          </p:nvSpPr>
          <p:spPr>
            <a:xfrm>
              <a:off x="1438646" y="1652089"/>
              <a:ext cx="612775" cy="1906270"/>
            </a:xfrm>
            <a:custGeom>
              <a:rect b="b" l="l" r="r" t="t"/>
              <a:pathLst>
                <a:path extrusionOk="0" h="1906270" w="612775">
                  <a:moveTo>
                    <a:pt x="612240" y="205889"/>
                  </a:moveTo>
                  <a:lnTo>
                    <a:pt x="612240" y="212632"/>
                  </a:lnTo>
                  <a:lnTo>
                    <a:pt x="611749" y="219359"/>
                  </a:lnTo>
                  <a:lnTo>
                    <a:pt x="610766" y="226070"/>
                  </a:lnTo>
                  <a:lnTo>
                    <a:pt x="609783" y="232780"/>
                  </a:lnTo>
                  <a:lnTo>
                    <a:pt x="608314" y="239442"/>
                  </a:lnTo>
                  <a:lnTo>
                    <a:pt x="606358" y="246056"/>
                  </a:lnTo>
                  <a:lnTo>
                    <a:pt x="604402" y="252669"/>
                  </a:lnTo>
                  <a:lnTo>
                    <a:pt x="601969" y="259203"/>
                  </a:lnTo>
                  <a:lnTo>
                    <a:pt x="599058" y="265655"/>
                  </a:lnTo>
                  <a:lnTo>
                    <a:pt x="596148" y="272108"/>
                  </a:lnTo>
                  <a:lnTo>
                    <a:pt x="592774" y="278449"/>
                  </a:lnTo>
                  <a:lnTo>
                    <a:pt x="588938" y="284679"/>
                  </a:lnTo>
                  <a:lnTo>
                    <a:pt x="585101" y="290909"/>
                  </a:lnTo>
                  <a:lnTo>
                    <a:pt x="560649" y="320275"/>
                  </a:lnTo>
                  <a:lnTo>
                    <a:pt x="555079" y="325882"/>
                  </a:lnTo>
                  <a:lnTo>
                    <a:pt x="522579" y="351475"/>
                  </a:lnTo>
                  <a:lnTo>
                    <a:pt x="488475" y="371261"/>
                  </a:lnTo>
                  <a:lnTo>
                    <a:pt x="450424" y="387467"/>
                  </a:lnTo>
                  <a:lnTo>
                    <a:pt x="409248" y="399743"/>
                  </a:lnTo>
                  <a:lnTo>
                    <a:pt x="365841" y="407822"/>
                  </a:lnTo>
                  <a:lnTo>
                    <a:pt x="321140" y="411531"/>
                  </a:lnTo>
                  <a:lnTo>
                    <a:pt x="306120" y="411779"/>
                  </a:lnTo>
                  <a:lnTo>
                    <a:pt x="298605" y="411717"/>
                  </a:lnTo>
                  <a:lnTo>
                    <a:pt x="253787" y="408748"/>
                  </a:lnTo>
                  <a:lnTo>
                    <a:pt x="210093" y="401386"/>
                  </a:lnTo>
                  <a:lnTo>
                    <a:pt x="168486" y="389795"/>
                  </a:lnTo>
                  <a:lnTo>
                    <a:pt x="129851" y="374220"/>
                  </a:lnTo>
                  <a:lnTo>
                    <a:pt x="95039" y="355005"/>
                  </a:lnTo>
                  <a:lnTo>
                    <a:pt x="63125" y="331291"/>
                  </a:lnTo>
                  <a:lnTo>
                    <a:pt x="36146" y="302945"/>
                  </a:lnTo>
                  <a:lnTo>
                    <a:pt x="13181" y="265655"/>
                  </a:lnTo>
                  <a:lnTo>
                    <a:pt x="10271" y="259203"/>
                  </a:lnTo>
                  <a:lnTo>
                    <a:pt x="7837" y="252669"/>
                  </a:lnTo>
                  <a:lnTo>
                    <a:pt x="5881" y="246056"/>
                  </a:lnTo>
                  <a:lnTo>
                    <a:pt x="3925" y="239442"/>
                  </a:lnTo>
                  <a:lnTo>
                    <a:pt x="2456" y="232780"/>
                  </a:lnTo>
                  <a:lnTo>
                    <a:pt x="1474" y="226070"/>
                  </a:lnTo>
                  <a:lnTo>
                    <a:pt x="491" y="219359"/>
                  </a:lnTo>
                  <a:lnTo>
                    <a:pt x="0" y="212632"/>
                  </a:lnTo>
                  <a:lnTo>
                    <a:pt x="0" y="205889"/>
                  </a:lnTo>
                  <a:lnTo>
                    <a:pt x="0" y="199146"/>
                  </a:lnTo>
                  <a:lnTo>
                    <a:pt x="491" y="192419"/>
                  </a:lnTo>
                  <a:lnTo>
                    <a:pt x="1474" y="185708"/>
                  </a:lnTo>
                  <a:lnTo>
                    <a:pt x="2456" y="178997"/>
                  </a:lnTo>
                  <a:lnTo>
                    <a:pt x="13181" y="146122"/>
                  </a:lnTo>
                  <a:lnTo>
                    <a:pt x="16091" y="139669"/>
                  </a:lnTo>
                  <a:lnTo>
                    <a:pt x="36146" y="108833"/>
                  </a:lnTo>
                  <a:lnTo>
                    <a:pt x="40872" y="102886"/>
                  </a:lnTo>
                  <a:lnTo>
                    <a:pt x="69486" y="75274"/>
                  </a:lnTo>
                  <a:lnTo>
                    <a:pt x="106169" y="49989"/>
                  </a:lnTo>
                  <a:lnTo>
                    <a:pt x="142348" y="31942"/>
                  </a:lnTo>
                  <a:lnTo>
                    <a:pt x="182065" y="17663"/>
                  </a:lnTo>
                  <a:lnTo>
                    <a:pt x="224475" y="7457"/>
                  </a:lnTo>
                  <a:lnTo>
                    <a:pt x="268645" y="1548"/>
                  </a:lnTo>
                  <a:lnTo>
                    <a:pt x="306120" y="0"/>
                  </a:lnTo>
                  <a:lnTo>
                    <a:pt x="313634" y="61"/>
                  </a:lnTo>
                  <a:lnTo>
                    <a:pt x="358452" y="3030"/>
                  </a:lnTo>
                  <a:lnTo>
                    <a:pt x="402146" y="10392"/>
                  </a:lnTo>
                  <a:lnTo>
                    <a:pt x="443753" y="21983"/>
                  </a:lnTo>
                  <a:lnTo>
                    <a:pt x="482388" y="37558"/>
                  </a:lnTo>
                  <a:lnTo>
                    <a:pt x="517201" y="56773"/>
                  </a:lnTo>
                  <a:lnTo>
                    <a:pt x="549114" y="80487"/>
                  </a:lnTo>
                  <a:lnTo>
                    <a:pt x="560649" y="91503"/>
                  </a:lnTo>
                  <a:lnTo>
                    <a:pt x="566219" y="97110"/>
                  </a:lnTo>
                  <a:lnTo>
                    <a:pt x="588938" y="127098"/>
                  </a:lnTo>
                  <a:lnTo>
                    <a:pt x="592774" y="133328"/>
                  </a:lnTo>
                  <a:lnTo>
                    <a:pt x="596148" y="139669"/>
                  </a:lnTo>
                  <a:lnTo>
                    <a:pt x="599058" y="146122"/>
                  </a:lnTo>
                  <a:lnTo>
                    <a:pt x="601969" y="152575"/>
                  </a:lnTo>
                  <a:lnTo>
                    <a:pt x="604402" y="159108"/>
                  </a:lnTo>
                  <a:lnTo>
                    <a:pt x="606358" y="165722"/>
                  </a:lnTo>
                  <a:lnTo>
                    <a:pt x="608314" y="172335"/>
                  </a:lnTo>
                  <a:lnTo>
                    <a:pt x="609783" y="178997"/>
                  </a:lnTo>
                  <a:lnTo>
                    <a:pt x="610766" y="185708"/>
                  </a:lnTo>
                  <a:lnTo>
                    <a:pt x="611749" y="192419"/>
                  </a:lnTo>
                  <a:lnTo>
                    <a:pt x="612240" y="199146"/>
                  </a:lnTo>
                  <a:lnTo>
                    <a:pt x="612240" y="205889"/>
                  </a:lnTo>
                </a:path>
                <a:path extrusionOk="0" h="1906270" w="612775">
                  <a:moveTo>
                    <a:pt x="612240" y="674935"/>
                  </a:moveTo>
                  <a:lnTo>
                    <a:pt x="612240" y="681678"/>
                  </a:lnTo>
                  <a:lnTo>
                    <a:pt x="611749" y="688405"/>
                  </a:lnTo>
                  <a:lnTo>
                    <a:pt x="610766" y="695116"/>
                  </a:lnTo>
                  <a:lnTo>
                    <a:pt x="609783" y="701827"/>
                  </a:lnTo>
                  <a:lnTo>
                    <a:pt x="608314" y="708489"/>
                  </a:lnTo>
                  <a:lnTo>
                    <a:pt x="606358" y="715102"/>
                  </a:lnTo>
                  <a:lnTo>
                    <a:pt x="604402" y="721716"/>
                  </a:lnTo>
                  <a:lnTo>
                    <a:pt x="601969" y="728249"/>
                  </a:lnTo>
                  <a:lnTo>
                    <a:pt x="599058" y="734702"/>
                  </a:lnTo>
                  <a:lnTo>
                    <a:pt x="596148" y="741154"/>
                  </a:lnTo>
                  <a:lnTo>
                    <a:pt x="592774" y="747496"/>
                  </a:lnTo>
                  <a:lnTo>
                    <a:pt x="588938" y="753726"/>
                  </a:lnTo>
                  <a:lnTo>
                    <a:pt x="585101" y="759956"/>
                  </a:lnTo>
                  <a:lnTo>
                    <a:pt x="560649" y="789321"/>
                  </a:lnTo>
                  <a:lnTo>
                    <a:pt x="555079" y="794928"/>
                  </a:lnTo>
                  <a:lnTo>
                    <a:pt x="522579" y="820521"/>
                  </a:lnTo>
                  <a:lnTo>
                    <a:pt x="488475" y="840307"/>
                  </a:lnTo>
                  <a:lnTo>
                    <a:pt x="450424" y="856513"/>
                  </a:lnTo>
                  <a:lnTo>
                    <a:pt x="409248" y="868790"/>
                  </a:lnTo>
                  <a:lnTo>
                    <a:pt x="365841" y="876869"/>
                  </a:lnTo>
                  <a:lnTo>
                    <a:pt x="321140" y="880577"/>
                  </a:lnTo>
                  <a:lnTo>
                    <a:pt x="306120" y="880825"/>
                  </a:lnTo>
                  <a:lnTo>
                    <a:pt x="298605" y="880763"/>
                  </a:lnTo>
                  <a:lnTo>
                    <a:pt x="253787" y="877794"/>
                  </a:lnTo>
                  <a:lnTo>
                    <a:pt x="210093" y="870433"/>
                  </a:lnTo>
                  <a:lnTo>
                    <a:pt x="168486" y="858841"/>
                  </a:lnTo>
                  <a:lnTo>
                    <a:pt x="129851" y="843266"/>
                  </a:lnTo>
                  <a:lnTo>
                    <a:pt x="95039" y="824051"/>
                  </a:lnTo>
                  <a:lnTo>
                    <a:pt x="63125" y="800338"/>
                  </a:lnTo>
                  <a:lnTo>
                    <a:pt x="36146" y="771991"/>
                  </a:lnTo>
                  <a:lnTo>
                    <a:pt x="13181" y="734702"/>
                  </a:lnTo>
                  <a:lnTo>
                    <a:pt x="10271" y="728249"/>
                  </a:lnTo>
                  <a:lnTo>
                    <a:pt x="7837" y="721716"/>
                  </a:lnTo>
                  <a:lnTo>
                    <a:pt x="5881" y="715102"/>
                  </a:lnTo>
                  <a:lnTo>
                    <a:pt x="3925" y="708489"/>
                  </a:lnTo>
                  <a:lnTo>
                    <a:pt x="2456" y="701827"/>
                  </a:lnTo>
                  <a:lnTo>
                    <a:pt x="1474" y="695116"/>
                  </a:lnTo>
                  <a:lnTo>
                    <a:pt x="491" y="688405"/>
                  </a:lnTo>
                  <a:lnTo>
                    <a:pt x="0" y="681678"/>
                  </a:lnTo>
                  <a:lnTo>
                    <a:pt x="0" y="674935"/>
                  </a:lnTo>
                  <a:lnTo>
                    <a:pt x="0" y="668192"/>
                  </a:lnTo>
                  <a:lnTo>
                    <a:pt x="491" y="661465"/>
                  </a:lnTo>
                  <a:lnTo>
                    <a:pt x="1474" y="654755"/>
                  </a:lnTo>
                  <a:lnTo>
                    <a:pt x="2456" y="648044"/>
                  </a:lnTo>
                  <a:lnTo>
                    <a:pt x="13181" y="615169"/>
                  </a:lnTo>
                  <a:lnTo>
                    <a:pt x="16091" y="608716"/>
                  </a:lnTo>
                  <a:lnTo>
                    <a:pt x="40872" y="571933"/>
                  </a:lnTo>
                  <a:lnTo>
                    <a:pt x="69486" y="544320"/>
                  </a:lnTo>
                  <a:lnTo>
                    <a:pt x="106169" y="519035"/>
                  </a:lnTo>
                  <a:lnTo>
                    <a:pt x="142348" y="500988"/>
                  </a:lnTo>
                  <a:lnTo>
                    <a:pt x="182065" y="486710"/>
                  </a:lnTo>
                  <a:lnTo>
                    <a:pt x="224475" y="476504"/>
                  </a:lnTo>
                  <a:lnTo>
                    <a:pt x="268645" y="470595"/>
                  </a:lnTo>
                  <a:lnTo>
                    <a:pt x="306120" y="469046"/>
                  </a:lnTo>
                  <a:lnTo>
                    <a:pt x="313634" y="469108"/>
                  </a:lnTo>
                  <a:lnTo>
                    <a:pt x="358452" y="472077"/>
                  </a:lnTo>
                  <a:lnTo>
                    <a:pt x="402146" y="479438"/>
                  </a:lnTo>
                  <a:lnTo>
                    <a:pt x="443753" y="491029"/>
                  </a:lnTo>
                  <a:lnTo>
                    <a:pt x="482388" y="506604"/>
                  </a:lnTo>
                  <a:lnTo>
                    <a:pt x="517201" y="525819"/>
                  </a:lnTo>
                  <a:lnTo>
                    <a:pt x="549114" y="549533"/>
                  </a:lnTo>
                  <a:lnTo>
                    <a:pt x="576094" y="577880"/>
                  </a:lnTo>
                  <a:lnTo>
                    <a:pt x="588938" y="596145"/>
                  </a:lnTo>
                  <a:lnTo>
                    <a:pt x="592774" y="602375"/>
                  </a:lnTo>
                  <a:lnTo>
                    <a:pt x="606358" y="634768"/>
                  </a:lnTo>
                  <a:lnTo>
                    <a:pt x="608314" y="641382"/>
                  </a:lnTo>
                  <a:lnTo>
                    <a:pt x="609783" y="648044"/>
                  </a:lnTo>
                  <a:lnTo>
                    <a:pt x="610766" y="654755"/>
                  </a:lnTo>
                  <a:lnTo>
                    <a:pt x="611749" y="661465"/>
                  </a:lnTo>
                  <a:lnTo>
                    <a:pt x="612240" y="668192"/>
                  </a:lnTo>
                  <a:lnTo>
                    <a:pt x="612240" y="674935"/>
                  </a:lnTo>
                </a:path>
                <a:path extrusionOk="0" h="1906270" w="612775">
                  <a:moveTo>
                    <a:pt x="612240" y="1184887"/>
                  </a:moveTo>
                  <a:lnTo>
                    <a:pt x="612240" y="1191630"/>
                  </a:lnTo>
                  <a:lnTo>
                    <a:pt x="611749" y="1198357"/>
                  </a:lnTo>
                  <a:lnTo>
                    <a:pt x="610766" y="1205068"/>
                  </a:lnTo>
                  <a:lnTo>
                    <a:pt x="609783" y="1211778"/>
                  </a:lnTo>
                  <a:lnTo>
                    <a:pt x="608314" y="1218441"/>
                  </a:lnTo>
                  <a:lnTo>
                    <a:pt x="606358" y="1225054"/>
                  </a:lnTo>
                  <a:lnTo>
                    <a:pt x="604402" y="1231667"/>
                  </a:lnTo>
                  <a:lnTo>
                    <a:pt x="601969" y="1238201"/>
                  </a:lnTo>
                  <a:lnTo>
                    <a:pt x="599058" y="1244653"/>
                  </a:lnTo>
                  <a:lnTo>
                    <a:pt x="596148" y="1251106"/>
                  </a:lnTo>
                  <a:lnTo>
                    <a:pt x="592774" y="1257447"/>
                  </a:lnTo>
                  <a:lnTo>
                    <a:pt x="588938" y="1263677"/>
                  </a:lnTo>
                  <a:lnTo>
                    <a:pt x="585101" y="1269907"/>
                  </a:lnTo>
                  <a:lnTo>
                    <a:pt x="560649" y="1299272"/>
                  </a:lnTo>
                  <a:lnTo>
                    <a:pt x="555079" y="1304879"/>
                  </a:lnTo>
                  <a:lnTo>
                    <a:pt x="522579" y="1330473"/>
                  </a:lnTo>
                  <a:lnTo>
                    <a:pt x="488475" y="1350259"/>
                  </a:lnTo>
                  <a:lnTo>
                    <a:pt x="450424" y="1366465"/>
                  </a:lnTo>
                  <a:lnTo>
                    <a:pt x="409248" y="1378741"/>
                  </a:lnTo>
                  <a:lnTo>
                    <a:pt x="365841" y="1386820"/>
                  </a:lnTo>
                  <a:lnTo>
                    <a:pt x="321140" y="1390528"/>
                  </a:lnTo>
                  <a:lnTo>
                    <a:pt x="306120" y="1390776"/>
                  </a:lnTo>
                  <a:lnTo>
                    <a:pt x="298605" y="1390714"/>
                  </a:lnTo>
                  <a:lnTo>
                    <a:pt x="253787" y="1387745"/>
                  </a:lnTo>
                  <a:lnTo>
                    <a:pt x="210093" y="1380384"/>
                  </a:lnTo>
                  <a:lnTo>
                    <a:pt x="168486" y="1368793"/>
                  </a:lnTo>
                  <a:lnTo>
                    <a:pt x="129851" y="1353218"/>
                  </a:lnTo>
                  <a:lnTo>
                    <a:pt x="95039" y="1334003"/>
                  </a:lnTo>
                  <a:lnTo>
                    <a:pt x="69486" y="1315502"/>
                  </a:lnTo>
                  <a:lnTo>
                    <a:pt x="63125" y="1310289"/>
                  </a:lnTo>
                  <a:lnTo>
                    <a:pt x="36146" y="1281942"/>
                  </a:lnTo>
                  <a:lnTo>
                    <a:pt x="13181" y="1244653"/>
                  </a:lnTo>
                  <a:lnTo>
                    <a:pt x="10271" y="1238200"/>
                  </a:lnTo>
                  <a:lnTo>
                    <a:pt x="7837" y="1231667"/>
                  </a:lnTo>
                  <a:lnTo>
                    <a:pt x="5881" y="1225054"/>
                  </a:lnTo>
                  <a:lnTo>
                    <a:pt x="3925" y="1218440"/>
                  </a:lnTo>
                  <a:lnTo>
                    <a:pt x="2456" y="1211778"/>
                  </a:lnTo>
                  <a:lnTo>
                    <a:pt x="1474" y="1205068"/>
                  </a:lnTo>
                  <a:lnTo>
                    <a:pt x="491" y="1198357"/>
                  </a:lnTo>
                  <a:lnTo>
                    <a:pt x="0" y="1191630"/>
                  </a:lnTo>
                  <a:lnTo>
                    <a:pt x="0" y="1184887"/>
                  </a:lnTo>
                  <a:lnTo>
                    <a:pt x="0" y="1178144"/>
                  </a:lnTo>
                  <a:lnTo>
                    <a:pt x="491" y="1171417"/>
                  </a:lnTo>
                  <a:lnTo>
                    <a:pt x="1474" y="1164706"/>
                  </a:lnTo>
                  <a:lnTo>
                    <a:pt x="2456" y="1157996"/>
                  </a:lnTo>
                  <a:lnTo>
                    <a:pt x="3925" y="1151333"/>
                  </a:lnTo>
                  <a:lnTo>
                    <a:pt x="5881" y="1144720"/>
                  </a:lnTo>
                  <a:lnTo>
                    <a:pt x="7837" y="1138106"/>
                  </a:lnTo>
                  <a:lnTo>
                    <a:pt x="10271" y="1131573"/>
                  </a:lnTo>
                  <a:lnTo>
                    <a:pt x="13181" y="1125120"/>
                  </a:lnTo>
                  <a:lnTo>
                    <a:pt x="16091" y="1118667"/>
                  </a:lnTo>
                  <a:lnTo>
                    <a:pt x="36146" y="1087831"/>
                  </a:lnTo>
                  <a:lnTo>
                    <a:pt x="40872" y="1081884"/>
                  </a:lnTo>
                  <a:lnTo>
                    <a:pt x="69486" y="1054272"/>
                  </a:lnTo>
                  <a:lnTo>
                    <a:pt x="106169" y="1028986"/>
                  </a:lnTo>
                  <a:lnTo>
                    <a:pt x="142348" y="1010939"/>
                  </a:lnTo>
                  <a:lnTo>
                    <a:pt x="182065" y="996661"/>
                  </a:lnTo>
                  <a:lnTo>
                    <a:pt x="224475" y="986455"/>
                  </a:lnTo>
                  <a:lnTo>
                    <a:pt x="268645" y="980546"/>
                  </a:lnTo>
                  <a:lnTo>
                    <a:pt x="306120" y="978997"/>
                  </a:lnTo>
                  <a:lnTo>
                    <a:pt x="313634" y="979059"/>
                  </a:lnTo>
                  <a:lnTo>
                    <a:pt x="358452" y="982028"/>
                  </a:lnTo>
                  <a:lnTo>
                    <a:pt x="402146" y="989389"/>
                  </a:lnTo>
                  <a:lnTo>
                    <a:pt x="443753" y="1000980"/>
                  </a:lnTo>
                  <a:lnTo>
                    <a:pt x="482388" y="1016555"/>
                  </a:lnTo>
                  <a:lnTo>
                    <a:pt x="517201" y="1035771"/>
                  </a:lnTo>
                  <a:lnTo>
                    <a:pt x="549114" y="1059484"/>
                  </a:lnTo>
                  <a:lnTo>
                    <a:pt x="576094" y="1087831"/>
                  </a:lnTo>
                  <a:lnTo>
                    <a:pt x="580820" y="1093778"/>
                  </a:lnTo>
                  <a:lnTo>
                    <a:pt x="585101" y="1099866"/>
                  </a:lnTo>
                  <a:lnTo>
                    <a:pt x="588938" y="1106096"/>
                  </a:lnTo>
                  <a:lnTo>
                    <a:pt x="592774" y="1112326"/>
                  </a:lnTo>
                  <a:lnTo>
                    <a:pt x="596148" y="1118667"/>
                  </a:lnTo>
                  <a:lnTo>
                    <a:pt x="599058" y="1125120"/>
                  </a:lnTo>
                  <a:lnTo>
                    <a:pt x="601969" y="1131573"/>
                  </a:lnTo>
                  <a:lnTo>
                    <a:pt x="604402" y="1138106"/>
                  </a:lnTo>
                  <a:lnTo>
                    <a:pt x="606358" y="1144720"/>
                  </a:lnTo>
                  <a:lnTo>
                    <a:pt x="608314" y="1151333"/>
                  </a:lnTo>
                  <a:lnTo>
                    <a:pt x="609783" y="1157996"/>
                  </a:lnTo>
                  <a:lnTo>
                    <a:pt x="610766" y="1164706"/>
                  </a:lnTo>
                  <a:lnTo>
                    <a:pt x="611749" y="1171417"/>
                  </a:lnTo>
                  <a:lnTo>
                    <a:pt x="612240" y="1178144"/>
                  </a:lnTo>
                  <a:lnTo>
                    <a:pt x="612240" y="1184887"/>
                  </a:lnTo>
                </a:path>
                <a:path extrusionOk="0" h="1906270" w="612775">
                  <a:moveTo>
                    <a:pt x="612240" y="1700292"/>
                  </a:moveTo>
                  <a:lnTo>
                    <a:pt x="612240" y="1707036"/>
                  </a:lnTo>
                  <a:lnTo>
                    <a:pt x="611749" y="1713763"/>
                  </a:lnTo>
                  <a:lnTo>
                    <a:pt x="610766" y="1720473"/>
                  </a:lnTo>
                  <a:lnTo>
                    <a:pt x="609783" y="1727184"/>
                  </a:lnTo>
                  <a:lnTo>
                    <a:pt x="608314" y="1733846"/>
                  </a:lnTo>
                  <a:lnTo>
                    <a:pt x="606358" y="1740459"/>
                  </a:lnTo>
                  <a:lnTo>
                    <a:pt x="604402" y="1747073"/>
                  </a:lnTo>
                  <a:lnTo>
                    <a:pt x="601969" y="1753606"/>
                  </a:lnTo>
                  <a:lnTo>
                    <a:pt x="599058" y="1760059"/>
                  </a:lnTo>
                  <a:lnTo>
                    <a:pt x="596148" y="1766512"/>
                  </a:lnTo>
                  <a:lnTo>
                    <a:pt x="592774" y="1772853"/>
                  </a:lnTo>
                  <a:lnTo>
                    <a:pt x="588938" y="1779082"/>
                  </a:lnTo>
                  <a:lnTo>
                    <a:pt x="585101" y="1785312"/>
                  </a:lnTo>
                  <a:lnTo>
                    <a:pt x="560649" y="1814678"/>
                  </a:lnTo>
                  <a:lnTo>
                    <a:pt x="555079" y="1820285"/>
                  </a:lnTo>
                  <a:lnTo>
                    <a:pt x="549114" y="1825695"/>
                  </a:lnTo>
                  <a:lnTo>
                    <a:pt x="542754" y="1830907"/>
                  </a:lnTo>
                  <a:lnTo>
                    <a:pt x="536394" y="1836119"/>
                  </a:lnTo>
                  <a:lnTo>
                    <a:pt x="500320" y="1859447"/>
                  </a:lnTo>
                  <a:lnTo>
                    <a:pt x="463497" y="1876889"/>
                  </a:lnTo>
                  <a:lnTo>
                    <a:pt x="423267" y="1890509"/>
                  </a:lnTo>
                  <a:lnTo>
                    <a:pt x="380501" y="1900012"/>
                  </a:lnTo>
                  <a:lnTo>
                    <a:pt x="336125" y="1905190"/>
                  </a:lnTo>
                  <a:lnTo>
                    <a:pt x="306120" y="1906182"/>
                  </a:lnTo>
                  <a:lnTo>
                    <a:pt x="298605" y="1906120"/>
                  </a:lnTo>
                  <a:lnTo>
                    <a:pt x="253787" y="1903150"/>
                  </a:lnTo>
                  <a:lnTo>
                    <a:pt x="210093" y="1895789"/>
                  </a:lnTo>
                  <a:lnTo>
                    <a:pt x="168486" y="1884198"/>
                  </a:lnTo>
                  <a:lnTo>
                    <a:pt x="129851" y="1868623"/>
                  </a:lnTo>
                  <a:lnTo>
                    <a:pt x="95039" y="1849408"/>
                  </a:lnTo>
                  <a:lnTo>
                    <a:pt x="69486" y="1830907"/>
                  </a:lnTo>
                  <a:lnTo>
                    <a:pt x="63125" y="1825695"/>
                  </a:lnTo>
                  <a:lnTo>
                    <a:pt x="36146" y="1797348"/>
                  </a:lnTo>
                  <a:lnTo>
                    <a:pt x="31420" y="1791401"/>
                  </a:lnTo>
                  <a:lnTo>
                    <a:pt x="27138" y="1785312"/>
                  </a:lnTo>
                  <a:lnTo>
                    <a:pt x="23301" y="1779082"/>
                  </a:lnTo>
                  <a:lnTo>
                    <a:pt x="19465" y="1772853"/>
                  </a:lnTo>
                  <a:lnTo>
                    <a:pt x="16091" y="1766512"/>
                  </a:lnTo>
                  <a:lnTo>
                    <a:pt x="13181" y="1760059"/>
                  </a:lnTo>
                  <a:lnTo>
                    <a:pt x="10271" y="1753606"/>
                  </a:lnTo>
                  <a:lnTo>
                    <a:pt x="7837" y="1747073"/>
                  </a:lnTo>
                  <a:lnTo>
                    <a:pt x="5881" y="1740459"/>
                  </a:lnTo>
                  <a:lnTo>
                    <a:pt x="3925" y="1733846"/>
                  </a:lnTo>
                  <a:lnTo>
                    <a:pt x="2456" y="1727184"/>
                  </a:lnTo>
                  <a:lnTo>
                    <a:pt x="1474" y="1720473"/>
                  </a:lnTo>
                  <a:lnTo>
                    <a:pt x="491" y="1713763"/>
                  </a:lnTo>
                  <a:lnTo>
                    <a:pt x="0" y="1707036"/>
                  </a:lnTo>
                  <a:lnTo>
                    <a:pt x="0" y="1700292"/>
                  </a:lnTo>
                  <a:lnTo>
                    <a:pt x="0" y="1693549"/>
                  </a:lnTo>
                  <a:lnTo>
                    <a:pt x="491" y="1686822"/>
                  </a:lnTo>
                  <a:lnTo>
                    <a:pt x="1474" y="1680111"/>
                  </a:lnTo>
                  <a:lnTo>
                    <a:pt x="2456" y="1673401"/>
                  </a:lnTo>
                  <a:lnTo>
                    <a:pt x="3925" y="1666738"/>
                  </a:lnTo>
                  <a:lnTo>
                    <a:pt x="5881" y="1660125"/>
                  </a:lnTo>
                  <a:lnTo>
                    <a:pt x="7837" y="1653511"/>
                  </a:lnTo>
                  <a:lnTo>
                    <a:pt x="10271" y="1646978"/>
                  </a:lnTo>
                  <a:lnTo>
                    <a:pt x="13181" y="1640525"/>
                  </a:lnTo>
                  <a:lnTo>
                    <a:pt x="16091" y="1634073"/>
                  </a:lnTo>
                  <a:lnTo>
                    <a:pt x="36146" y="1603237"/>
                  </a:lnTo>
                  <a:lnTo>
                    <a:pt x="40872" y="1597290"/>
                  </a:lnTo>
                  <a:lnTo>
                    <a:pt x="69486" y="1569677"/>
                  </a:lnTo>
                  <a:lnTo>
                    <a:pt x="106169" y="1544392"/>
                  </a:lnTo>
                  <a:lnTo>
                    <a:pt x="142348" y="1526345"/>
                  </a:lnTo>
                  <a:lnTo>
                    <a:pt x="182065" y="1512067"/>
                  </a:lnTo>
                  <a:lnTo>
                    <a:pt x="224475" y="1501860"/>
                  </a:lnTo>
                  <a:lnTo>
                    <a:pt x="268645" y="1495952"/>
                  </a:lnTo>
                  <a:lnTo>
                    <a:pt x="306120" y="1494403"/>
                  </a:lnTo>
                  <a:lnTo>
                    <a:pt x="313634" y="1494465"/>
                  </a:lnTo>
                  <a:lnTo>
                    <a:pt x="358452" y="1497434"/>
                  </a:lnTo>
                  <a:lnTo>
                    <a:pt x="402146" y="1504795"/>
                  </a:lnTo>
                  <a:lnTo>
                    <a:pt x="443753" y="1516387"/>
                  </a:lnTo>
                  <a:lnTo>
                    <a:pt x="482388" y="1531961"/>
                  </a:lnTo>
                  <a:lnTo>
                    <a:pt x="517201" y="1551176"/>
                  </a:lnTo>
                  <a:lnTo>
                    <a:pt x="549114" y="1574890"/>
                  </a:lnTo>
                  <a:lnTo>
                    <a:pt x="560649" y="1585906"/>
                  </a:lnTo>
                  <a:lnTo>
                    <a:pt x="566219" y="1591513"/>
                  </a:lnTo>
                  <a:lnTo>
                    <a:pt x="571367" y="1597290"/>
                  </a:lnTo>
                  <a:lnTo>
                    <a:pt x="576094" y="1603236"/>
                  </a:lnTo>
                  <a:lnTo>
                    <a:pt x="580820" y="1609183"/>
                  </a:lnTo>
                  <a:lnTo>
                    <a:pt x="599058" y="1640525"/>
                  </a:lnTo>
                  <a:lnTo>
                    <a:pt x="601969" y="1646978"/>
                  </a:lnTo>
                  <a:lnTo>
                    <a:pt x="604402" y="1653512"/>
                  </a:lnTo>
                  <a:lnTo>
                    <a:pt x="606358" y="1660125"/>
                  </a:lnTo>
                  <a:lnTo>
                    <a:pt x="608314" y="1666739"/>
                  </a:lnTo>
                  <a:lnTo>
                    <a:pt x="609783" y="1673401"/>
                  </a:lnTo>
                  <a:lnTo>
                    <a:pt x="610766" y="1680112"/>
                  </a:lnTo>
                  <a:lnTo>
                    <a:pt x="611749" y="1686822"/>
                  </a:lnTo>
                  <a:lnTo>
                    <a:pt x="612240" y="1693549"/>
                  </a:lnTo>
                  <a:lnTo>
                    <a:pt x="612240" y="1700292"/>
                  </a:lnTo>
                </a:path>
              </a:pathLst>
            </a:custGeom>
            <a:noFill/>
            <a:ln cap="flat" cmpd="sng" w="122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1384983" y="3620992"/>
              <a:ext cx="732155" cy="412115"/>
            </a:xfrm>
            <a:custGeom>
              <a:rect b="b" l="l" r="r" t="t"/>
              <a:pathLst>
                <a:path extrusionOk="0" h="412114" w="732155">
                  <a:moveTo>
                    <a:pt x="731761" y="205889"/>
                  </a:moveTo>
                  <a:lnTo>
                    <a:pt x="731761" y="212632"/>
                  </a:lnTo>
                  <a:lnTo>
                    <a:pt x="731174" y="219359"/>
                  </a:lnTo>
                  <a:lnTo>
                    <a:pt x="729999" y="226070"/>
                  </a:lnTo>
                  <a:lnTo>
                    <a:pt x="728824" y="232780"/>
                  </a:lnTo>
                  <a:lnTo>
                    <a:pt x="727068" y="239442"/>
                  </a:lnTo>
                  <a:lnTo>
                    <a:pt x="724731" y="246056"/>
                  </a:lnTo>
                  <a:lnTo>
                    <a:pt x="722393" y="252669"/>
                  </a:lnTo>
                  <a:lnTo>
                    <a:pt x="703910" y="284679"/>
                  </a:lnTo>
                  <a:lnTo>
                    <a:pt x="699324" y="290909"/>
                  </a:lnTo>
                  <a:lnTo>
                    <a:pt x="694207" y="296997"/>
                  </a:lnTo>
                  <a:lnTo>
                    <a:pt x="688558" y="302944"/>
                  </a:lnTo>
                  <a:lnTo>
                    <a:pt x="682909" y="308891"/>
                  </a:lnTo>
                  <a:lnTo>
                    <a:pt x="648710" y="336503"/>
                  </a:lnTo>
                  <a:lnTo>
                    <a:pt x="611591" y="358443"/>
                  </a:lnTo>
                  <a:lnTo>
                    <a:pt x="576559" y="374220"/>
                  </a:lnTo>
                  <a:lnTo>
                    <a:pt x="538355" y="387468"/>
                  </a:lnTo>
                  <a:lnTo>
                    <a:pt x="497556" y="397983"/>
                  </a:lnTo>
                  <a:lnTo>
                    <a:pt x="454782" y="405608"/>
                  </a:lnTo>
                  <a:lnTo>
                    <a:pt x="410671" y="410230"/>
                  </a:lnTo>
                  <a:lnTo>
                    <a:pt x="365880" y="411778"/>
                  </a:lnTo>
                  <a:lnTo>
                    <a:pt x="356898" y="411716"/>
                  </a:lnTo>
                  <a:lnTo>
                    <a:pt x="312194" y="409550"/>
                  </a:lnTo>
                  <a:lnTo>
                    <a:pt x="268297" y="404321"/>
                  </a:lnTo>
                  <a:lnTo>
                    <a:pt x="225864" y="396106"/>
                  </a:lnTo>
                  <a:lnTo>
                    <a:pt x="185536" y="385030"/>
                  </a:lnTo>
                  <a:lnTo>
                    <a:pt x="147925" y="371261"/>
                  </a:lnTo>
                  <a:lnTo>
                    <a:pt x="107163" y="351474"/>
                  </a:lnTo>
                  <a:lnTo>
                    <a:pt x="72002" y="328537"/>
                  </a:lnTo>
                  <a:lnTo>
                    <a:pt x="43202" y="302944"/>
                  </a:lnTo>
                  <a:lnTo>
                    <a:pt x="27850" y="284679"/>
                  </a:lnTo>
                  <a:lnTo>
                    <a:pt x="23265" y="278449"/>
                  </a:lnTo>
                  <a:lnTo>
                    <a:pt x="7030" y="246056"/>
                  </a:lnTo>
                  <a:lnTo>
                    <a:pt x="4692" y="239442"/>
                  </a:lnTo>
                  <a:lnTo>
                    <a:pt x="2936" y="232781"/>
                  </a:lnTo>
                  <a:lnTo>
                    <a:pt x="1761" y="226070"/>
                  </a:lnTo>
                  <a:lnTo>
                    <a:pt x="587" y="219359"/>
                  </a:lnTo>
                  <a:lnTo>
                    <a:pt x="0" y="212632"/>
                  </a:lnTo>
                  <a:lnTo>
                    <a:pt x="0" y="205889"/>
                  </a:lnTo>
                  <a:lnTo>
                    <a:pt x="0" y="199146"/>
                  </a:lnTo>
                  <a:lnTo>
                    <a:pt x="587" y="192419"/>
                  </a:lnTo>
                  <a:lnTo>
                    <a:pt x="1761" y="185708"/>
                  </a:lnTo>
                  <a:lnTo>
                    <a:pt x="2936" y="178998"/>
                  </a:lnTo>
                  <a:lnTo>
                    <a:pt x="19232" y="139669"/>
                  </a:lnTo>
                  <a:lnTo>
                    <a:pt x="43202" y="108833"/>
                  </a:lnTo>
                  <a:lnTo>
                    <a:pt x="72002" y="83240"/>
                  </a:lnTo>
                  <a:lnTo>
                    <a:pt x="107163" y="60303"/>
                  </a:lnTo>
                  <a:lnTo>
                    <a:pt x="147925" y="40517"/>
                  </a:lnTo>
                  <a:lnTo>
                    <a:pt x="185536" y="26748"/>
                  </a:lnTo>
                  <a:lnTo>
                    <a:pt x="225864" y="15672"/>
                  </a:lnTo>
                  <a:lnTo>
                    <a:pt x="268297" y="7457"/>
                  </a:lnTo>
                  <a:lnTo>
                    <a:pt x="312194" y="2228"/>
                  </a:lnTo>
                  <a:lnTo>
                    <a:pt x="356898" y="62"/>
                  </a:lnTo>
                  <a:lnTo>
                    <a:pt x="365880" y="0"/>
                  </a:lnTo>
                  <a:lnTo>
                    <a:pt x="374862" y="62"/>
                  </a:lnTo>
                  <a:lnTo>
                    <a:pt x="419566" y="2228"/>
                  </a:lnTo>
                  <a:lnTo>
                    <a:pt x="463463" y="7457"/>
                  </a:lnTo>
                  <a:lnTo>
                    <a:pt x="505896" y="15672"/>
                  </a:lnTo>
                  <a:lnTo>
                    <a:pt x="546225" y="26748"/>
                  </a:lnTo>
                  <a:lnTo>
                    <a:pt x="583835" y="40517"/>
                  </a:lnTo>
                  <a:lnTo>
                    <a:pt x="624597" y="60303"/>
                  </a:lnTo>
                  <a:lnTo>
                    <a:pt x="659759" y="83240"/>
                  </a:lnTo>
                  <a:lnTo>
                    <a:pt x="688558" y="108833"/>
                  </a:lnTo>
                  <a:lnTo>
                    <a:pt x="712528" y="139669"/>
                  </a:lnTo>
                  <a:lnTo>
                    <a:pt x="724731" y="165721"/>
                  </a:lnTo>
                  <a:lnTo>
                    <a:pt x="727068" y="172335"/>
                  </a:lnTo>
                  <a:lnTo>
                    <a:pt x="728825" y="178998"/>
                  </a:lnTo>
                  <a:lnTo>
                    <a:pt x="729999" y="185708"/>
                  </a:lnTo>
                  <a:lnTo>
                    <a:pt x="731174" y="192419"/>
                  </a:lnTo>
                  <a:lnTo>
                    <a:pt x="731761" y="199146"/>
                  </a:lnTo>
                  <a:lnTo>
                    <a:pt x="731761" y="205889"/>
                  </a:lnTo>
                </a:path>
              </a:pathLst>
            </a:custGeom>
            <a:noFill/>
            <a:ln cap="flat" cmpd="sng" w="1380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1433767" y="4130944"/>
              <a:ext cx="622300" cy="330200"/>
            </a:xfrm>
            <a:custGeom>
              <a:rect b="b" l="l" r="r" t="t"/>
              <a:pathLst>
                <a:path extrusionOk="0" h="330200" w="622300">
                  <a:moveTo>
                    <a:pt x="621997" y="164984"/>
                  </a:moveTo>
                  <a:lnTo>
                    <a:pt x="621997" y="170388"/>
                  </a:lnTo>
                  <a:lnTo>
                    <a:pt x="621498" y="175778"/>
                  </a:lnTo>
                  <a:lnTo>
                    <a:pt x="620499" y="181155"/>
                  </a:lnTo>
                  <a:lnTo>
                    <a:pt x="619501" y="186532"/>
                  </a:lnTo>
                  <a:lnTo>
                    <a:pt x="618008" y="191871"/>
                  </a:lnTo>
                  <a:lnTo>
                    <a:pt x="616021" y="197170"/>
                  </a:lnTo>
                  <a:lnTo>
                    <a:pt x="614034" y="202470"/>
                  </a:lnTo>
                  <a:lnTo>
                    <a:pt x="598323" y="228120"/>
                  </a:lnTo>
                  <a:lnTo>
                    <a:pt x="594425" y="233112"/>
                  </a:lnTo>
                  <a:lnTo>
                    <a:pt x="590076" y="237991"/>
                  </a:lnTo>
                  <a:lnTo>
                    <a:pt x="585274" y="242757"/>
                  </a:lnTo>
                  <a:lnTo>
                    <a:pt x="580473" y="247522"/>
                  </a:lnTo>
                  <a:lnTo>
                    <a:pt x="575243" y="252151"/>
                  </a:lnTo>
                  <a:lnTo>
                    <a:pt x="569584" y="256644"/>
                  </a:lnTo>
                  <a:lnTo>
                    <a:pt x="563925" y="261137"/>
                  </a:lnTo>
                  <a:lnTo>
                    <a:pt x="557865" y="265472"/>
                  </a:lnTo>
                  <a:lnTo>
                    <a:pt x="551403" y="269648"/>
                  </a:lnTo>
                  <a:lnTo>
                    <a:pt x="544942" y="273825"/>
                  </a:lnTo>
                  <a:lnTo>
                    <a:pt x="538110" y="277824"/>
                  </a:lnTo>
                  <a:lnTo>
                    <a:pt x="530907" y="281645"/>
                  </a:lnTo>
                  <a:lnTo>
                    <a:pt x="523705" y="285466"/>
                  </a:lnTo>
                  <a:lnTo>
                    <a:pt x="483779" y="302163"/>
                  </a:lnTo>
                  <a:lnTo>
                    <a:pt x="443967" y="314128"/>
                  </a:lnTo>
                  <a:lnTo>
                    <a:pt x="401276" y="322864"/>
                  </a:lnTo>
                  <a:lnTo>
                    <a:pt x="356631" y="328182"/>
                  </a:lnTo>
                  <a:lnTo>
                    <a:pt x="310998" y="329968"/>
                  </a:lnTo>
                  <a:lnTo>
                    <a:pt x="303364" y="329919"/>
                  </a:lnTo>
                  <a:lnTo>
                    <a:pt x="257831" y="327539"/>
                  </a:lnTo>
                  <a:lnTo>
                    <a:pt x="213441" y="321640"/>
                  </a:lnTo>
                  <a:lnTo>
                    <a:pt x="171171" y="312352"/>
                  </a:lnTo>
                  <a:lnTo>
                    <a:pt x="131921" y="299872"/>
                  </a:lnTo>
                  <a:lnTo>
                    <a:pt x="91089" y="281645"/>
                  </a:lnTo>
                  <a:lnTo>
                    <a:pt x="83887" y="277824"/>
                  </a:lnTo>
                  <a:lnTo>
                    <a:pt x="77055" y="273825"/>
                  </a:lnTo>
                  <a:lnTo>
                    <a:pt x="70593" y="269648"/>
                  </a:lnTo>
                  <a:lnTo>
                    <a:pt x="64131" y="265471"/>
                  </a:lnTo>
                  <a:lnTo>
                    <a:pt x="58071" y="261136"/>
                  </a:lnTo>
                  <a:lnTo>
                    <a:pt x="52412" y="256643"/>
                  </a:lnTo>
                  <a:lnTo>
                    <a:pt x="46753" y="252151"/>
                  </a:lnTo>
                  <a:lnTo>
                    <a:pt x="41523" y="247522"/>
                  </a:lnTo>
                  <a:lnTo>
                    <a:pt x="36722" y="242757"/>
                  </a:lnTo>
                  <a:lnTo>
                    <a:pt x="31920" y="237991"/>
                  </a:lnTo>
                  <a:lnTo>
                    <a:pt x="27571" y="233112"/>
                  </a:lnTo>
                  <a:lnTo>
                    <a:pt x="23673" y="228120"/>
                  </a:lnTo>
                  <a:lnTo>
                    <a:pt x="19775" y="223128"/>
                  </a:lnTo>
                  <a:lnTo>
                    <a:pt x="16348" y="218047"/>
                  </a:lnTo>
                  <a:lnTo>
                    <a:pt x="13391" y="212876"/>
                  </a:lnTo>
                  <a:lnTo>
                    <a:pt x="10434" y="207705"/>
                  </a:lnTo>
                  <a:lnTo>
                    <a:pt x="7962" y="202470"/>
                  </a:lnTo>
                  <a:lnTo>
                    <a:pt x="5975" y="197170"/>
                  </a:lnTo>
                  <a:lnTo>
                    <a:pt x="3988" y="191871"/>
                  </a:lnTo>
                  <a:lnTo>
                    <a:pt x="2495" y="186532"/>
                  </a:lnTo>
                  <a:lnTo>
                    <a:pt x="1497" y="181155"/>
                  </a:lnTo>
                  <a:lnTo>
                    <a:pt x="499" y="175778"/>
                  </a:lnTo>
                  <a:lnTo>
                    <a:pt x="0" y="170388"/>
                  </a:lnTo>
                  <a:lnTo>
                    <a:pt x="0" y="164984"/>
                  </a:lnTo>
                  <a:lnTo>
                    <a:pt x="0" y="159581"/>
                  </a:lnTo>
                  <a:lnTo>
                    <a:pt x="499" y="154190"/>
                  </a:lnTo>
                  <a:lnTo>
                    <a:pt x="1497" y="148813"/>
                  </a:lnTo>
                  <a:lnTo>
                    <a:pt x="2495" y="143435"/>
                  </a:lnTo>
                  <a:lnTo>
                    <a:pt x="19775" y="106839"/>
                  </a:lnTo>
                  <a:lnTo>
                    <a:pt x="46753" y="77816"/>
                  </a:lnTo>
                  <a:lnTo>
                    <a:pt x="83887" y="52143"/>
                  </a:lnTo>
                  <a:lnTo>
                    <a:pt x="91089" y="48322"/>
                  </a:lnTo>
                  <a:lnTo>
                    <a:pt x="98291" y="44502"/>
                  </a:lnTo>
                  <a:lnTo>
                    <a:pt x="138216" y="27804"/>
                  </a:lnTo>
                  <a:lnTo>
                    <a:pt x="178029" y="15840"/>
                  </a:lnTo>
                  <a:lnTo>
                    <a:pt x="220720" y="7104"/>
                  </a:lnTo>
                  <a:lnTo>
                    <a:pt x="265365" y="1785"/>
                  </a:lnTo>
                  <a:lnTo>
                    <a:pt x="310998" y="0"/>
                  </a:lnTo>
                  <a:lnTo>
                    <a:pt x="318633" y="49"/>
                  </a:lnTo>
                  <a:lnTo>
                    <a:pt x="364165" y="2428"/>
                  </a:lnTo>
                  <a:lnTo>
                    <a:pt x="408555" y="8327"/>
                  </a:lnTo>
                  <a:lnTo>
                    <a:pt x="450825" y="17615"/>
                  </a:lnTo>
                  <a:lnTo>
                    <a:pt x="490076" y="30095"/>
                  </a:lnTo>
                  <a:lnTo>
                    <a:pt x="530907" y="48322"/>
                  </a:lnTo>
                  <a:lnTo>
                    <a:pt x="538110" y="52143"/>
                  </a:lnTo>
                  <a:lnTo>
                    <a:pt x="575243" y="77816"/>
                  </a:lnTo>
                  <a:lnTo>
                    <a:pt x="602221" y="106839"/>
                  </a:lnTo>
                  <a:lnTo>
                    <a:pt x="619501" y="143435"/>
                  </a:lnTo>
                  <a:lnTo>
                    <a:pt x="620499" y="148813"/>
                  </a:lnTo>
                  <a:lnTo>
                    <a:pt x="621498" y="154190"/>
                  </a:lnTo>
                  <a:lnTo>
                    <a:pt x="621997" y="159581"/>
                  </a:lnTo>
                  <a:lnTo>
                    <a:pt x="621997" y="164984"/>
                  </a:lnTo>
                </a:path>
              </a:pathLst>
            </a:custGeom>
            <a:noFill/>
            <a:ln cap="flat" cmpd="sng" w="1140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1428889" y="4621806"/>
              <a:ext cx="892810" cy="330200"/>
            </a:xfrm>
            <a:custGeom>
              <a:rect b="b" l="l" r="r" t="t"/>
              <a:pathLst>
                <a:path extrusionOk="0" h="330200" w="892810">
                  <a:moveTo>
                    <a:pt x="892748" y="164984"/>
                  </a:moveTo>
                  <a:lnTo>
                    <a:pt x="884171" y="197170"/>
                  </a:lnTo>
                  <a:lnTo>
                    <a:pt x="881319" y="202470"/>
                  </a:lnTo>
                  <a:lnTo>
                    <a:pt x="858770" y="228120"/>
                  </a:lnTo>
                  <a:lnTo>
                    <a:pt x="853176" y="233113"/>
                  </a:lnTo>
                  <a:lnTo>
                    <a:pt x="817520" y="256644"/>
                  </a:lnTo>
                  <a:lnTo>
                    <a:pt x="777116" y="275781"/>
                  </a:lnTo>
                  <a:lnTo>
                    <a:pt x="737936" y="289911"/>
                  </a:lnTo>
                  <a:lnTo>
                    <a:pt x="694366" y="302163"/>
                  </a:lnTo>
                  <a:lnTo>
                    <a:pt x="656793" y="310487"/>
                  </a:lnTo>
                  <a:lnTo>
                    <a:pt x="617194" y="317409"/>
                  </a:lnTo>
                  <a:lnTo>
                    <a:pt x="575950" y="322864"/>
                  </a:lnTo>
                  <a:lnTo>
                    <a:pt x="533457" y="326798"/>
                  </a:lnTo>
                  <a:lnTo>
                    <a:pt x="490126" y="329175"/>
                  </a:lnTo>
                  <a:lnTo>
                    <a:pt x="446374" y="329968"/>
                  </a:lnTo>
                  <a:lnTo>
                    <a:pt x="435416" y="329919"/>
                  </a:lnTo>
                  <a:lnTo>
                    <a:pt x="391730" y="328728"/>
                  </a:lnTo>
                  <a:lnTo>
                    <a:pt x="348569" y="325959"/>
                  </a:lnTo>
                  <a:lnTo>
                    <a:pt x="306351" y="321640"/>
                  </a:lnTo>
                  <a:lnTo>
                    <a:pt x="265481" y="315813"/>
                  </a:lnTo>
                  <a:lnTo>
                    <a:pt x="226354" y="308534"/>
                  </a:lnTo>
                  <a:lnTo>
                    <a:pt x="180469" y="297501"/>
                  </a:lnTo>
                  <a:lnTo>
                    <a:pt x="138583" y="284474"/>
                  </a:lnTo>
                  <a:lnTo>
                    <a:pt x="101322" y="269649"/>
                  </a:lnTo>
                  <a:lnTo>
                    <a:pt x="63506" y="249803"/>
                  </a:lnTo>
                  <a:lnTo>
                    <a:pt x="33978" y="228120"/>
                  </a:lnTo>
                  <a:lnTo>
                    <a:pt x="28383" y="223128"/>
                  </a:lnTo>
                  <a:lnTo>
                    <a:pt x="8576" y="197170"/>
                  </a:lnTo>
                  <a:lnTo>
                    <a:pt x="5724" y="191871"/>
                  </a:lnTo>
                  <a:lnTo>
                    <a:pt x="0" y="164984"/>
                  </a:lnTo>
                  <a:lnTo>
                    <a:pt x="0" y="159580"/>
                  </a:lnTo>
                  <a:lnTo>
                    <a:pt x="716" y="154190"/>
                  </a:lnTo>
                  <a:lnTo>
                    <a:pt x="2149" y="148813"/>
                  </a:lnTo>
                  <a:lnTo>
                    <a:pt x="3582" y="143435"/>
                  </a:lnTo>
                  <a:lnTo>
                    <a:pt x="19220" y="117091"/>
                  </a:lnTo>
                  <a:lnTo>
                    <a:pt x="23464" y="111920"/>
                  </a:lnTo>
                  <a:lnTo>
                    <a:pt x="52707" y="87210"/>
                  </a:lnTo>
                  <a:lnTo>
                    <a:pt x="87842" y="66703"/>
                  </a:lnTo>
                  <a:lnTo>
                    <a:pt x="123086" y="51221"/>
                  </a:lnTo>
                  <a:lnTo>
                    <a:pt x="163197" y="37449"/>
                  </a:lnTo>
                  <a:lnTo>
                    <a:pt x="207567" y="25595"/>
                  </a:lnTo>
                  <a:lnTo>
                    <a:pt x="245681" y="17615"/>
                  </a:lnTo>
                  <a:lnTo>
                    <a:pt x="285729" y="11054"/>
                  </a:lnTo>
                  <a:lnTo>
                    <a:pt x="327323" y="5976"/>
                  </a:lnTo>
                  <a:lnTo>
                    <a:pt x="370064" y="2428"/>
                  </a:lnTo>
                  <a:lnTo>
                    <a:pt x="413540" y="446"/>
                  </a:lnTo>
                  <a:lnTo>
                    <a:pt x="446374" y="0"/>
                  </a:lnTo>
                  <a:lnTo>
                    <a:pt x="457332" y="49"/>
                  </a:lnTo>
                  <a:lnTo>
                    <a:pt x="501018" y="1240"/>
                  </a:lnTo>
                  <a:lnTo>
                    <a:pt x="544178" y="4009"/>
                  </a:lnTo>
                  <a:lnTo>
                    <a:pt x="586397" y="8327"/>
                  </a:lnTo>
                  <a:lnTo>
                    <a:pt x="627266" y="14154"/>
                  </a:lnTo>
                  <a:lnTo>
                    <a:pt x="666394" y="21433"/>
                  </a:lnTo>
                  <a:lnTo>
                    <a:pt x="712279" y="32467"/>
                  </a:lnTo>
                  <a:lnTo>
                    <a:pt x="754165" y="45494"/>
                  </a:lnTo>
                  <a:lnTo>
                    <a:pt x="791426" y="60319"/>
                  </a:lnTo>
                  <a:lnTo>
                    <a:pt x="829242" y="80164"/>
                  </a:lnTo>
                  <a:lnTo>
                    <a:pt x="858770" y="101846"/>
                  </a:lnTo>
                  <a:lnTo>
                    <a:pt x="864364" y="106838"/>
                  </a:lnTo>
                  <a:lnTo>
                    <a:pt x="869284" y="111920"/>
                  </a:lnTo>
                  <a:lnTo>
                    <a:pt x="873528" y="117091"/>
                  </a:lnTo>
                  <a:lnTo>
                    <a:pt x="877771" y="122262"/>
                  </a:lnTo>
                  <a:lnTo>
                    <a:pt x="881319" y="127497"/>
                  </a:lnTo>
                  <a:lnTo>
                    <a:pt x="884171" y="132797"/>
                  </a:lnTo>
                  <a:lnTo>
                    <a:pt x="887023" y="138096"/>
                  </a:lnTo>
                  <a:lnTo>
                    <a:pt x="889166" y="143435"/>
                  </a:lnTo>
                  <a:lnTo>
                    <a:pt x="890599" y="148813"/>
                  </a:lnTo>
                  <a:lnTo>
                    <a:pt x="892032" y="154190"/>
                  </a:lnTo>
                  <a:lnTo>
                    <a:pt x="892749" y="159580"/>
                  </a:lnTo>
                  <a:lnTo>
                    <a:pt x="892748" y="164984"/>
                  </a:lnTo>
                </a:path>
              </a:pathLst>
            </a:custGeom>
            <a:noFill/>
            <a:ln cap="flat" cmpd="sng" w="138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2643613" y="2140224"/>
              <a:ext cx="612775" cy="412115"/>
            </a:xfrm>
            <a:custGeom>
              <a:rect b="b" l="l" r="r" t="t"/>
              <a:pathLst>
                <a:path extrusionOk="0" h="412114" w="612775">
                  <a:moveTo>
                    <a:pt x="612240" y="205889"/>
                  </a:moveTo>
                  <a:lnTo>
                    <a:pt x="606358" y="246056"/>
                  </a:lnTo>
                  <a:lnTo>
                    <a:pt x="604402" y="252670"/>
                  </a:lnTo>
                  <a:lnTo>
                    <a:pt x="585101" y="290909"/>
                  </a:lnTo>
                  <a:lnTo>
                    <a:pt x="560649" y="320275"/>
                  </a:lnTo>
                  <a:lnTo>
                    <a:pt x="555079" y="325882"/>
                  </a:lnTo>
                  <a:lnTo>
                    <a:pt x="522579" y="351475"/>
                  </a:lnTo>
                  <a:lnTo>
                    <a:pt x="488476" y="371261"/>
                  </a:lnTo>
                  <a:lnTo>
                    <a:pt x="450424" y="387467"/>
                  </a:lnTo>
                  <a:lnTo>
                    <a:pt x="409248" y="399743"/>
                  </a:lnTo>
                  <a:lnTo>
                    <a:pt x="365841" y="407822"/>
                  </a:lnTo>
                  <a:lnTo>
                    <a:pt x="321141" y="411531"/>
                  </a:lnTo>
                  <a:lnTo>
                    <a:pt x="306120" y="411779"/>
                  </a:lnTo>
                  <a:lnTo>
                    <a:pt x="298605" y="411717"/>
                  </a:lnTo>
                  <a:lnTo>
                    <a:pt x="253787" y="408747"/>
                  </a:lnTo>
                  <a:lnTo>
                    <a:pt x="210093" y="401386"/>
                  </a:lnTo>
                  <a:lnTo>
                    <a:pt x="168486" y="389795"/>
                  </a:lnTo>
                  <a:lnTo>
                    <a:pt x="129851" y="374220"/>
                  </a:lnTo>
                  <a:lnTo>
                    <a:pt x="95039" y="355005"/>
                  </a:lnTo>
                  <a:lnTo>
                    <a:pt x="63125" y="331292"/>
                  </a:lnTo>
                  <a:lnTo>
                    <a:pt x="51590" y="320275"/>
                  </a:lnTo>
                  <a:lnTo>
                    <a:pt x="46020" y="314668"/>
                  </a:lnTo>
                  <a:lnTo>
                    <a:pt x="19465" y="278450"/>
                  </a:lnTo>
                  <a:lnTo>
                    <a:pt x="13181" y="265655"/>
                  </a:lnTo>
                  <a:lnTo>
                    <a:pt x="10271" y="259203"/>
                  </a:lnTo>
                  <a:lnTo>
                    <a:pt x="7838" y="252670"/>
                  </a:lnTo>
                  <a:lnTo>
                    <a:pt x="5881" y="246056"/>
                  </a:lnTo>
                  <a:lnTo>
                    <a:pt x="3925" y="239442"/>
                  </a:lnTo>
                  <a:lnTo>
                    <a:pt x="2456" y="232780"/>
                  </a:lnTo>
                  <a:lnTo>
                    <a:pt x="1474" y="226070"/>
                  </a:lnTo>
                  <a:lnTo>
                    <a:pt x="491" y="219359"/>
                  </a:lnTo>
                  <a:lnTo>
                    <a:pt x="0" y="212632"/>
                  </a:lnTo>
                  <a:lnTo>
                    <a:pt x="0" y="205889"/>
                  </a:lnTo>
                  <a:lnTo>
                    <a:pt x="0" y="199146"/>
                  </a:lnTo>
                  <a:lnTo>
                    <a:pt x="7838" y="159109"/>
                  </a:lnTo>
                  <a:lnTo>
                    <a:pt x="27138" y="120868"/>
                  </a:lnTo>
                  <a:lnTo>
                    <a:pt x="51590" y="91503"/>
                  </a:lnTo>
                  <a:lnTo>
                    <a:pt x="82571" y="65071"/>
                  </a:lnTo>
                  <a:lnTo>
                    <a:pt x="117787" y="43576"/>
                  </a:lnTo>
                  <a:lnTo>
                    <a:pt x="155232" y="26748"/>
                  </a:lnTo>
                  <a:lnTo>
                    <a:pt x="195951" y="13795"/>
                  </a:lnTo>
                  <a:lnTo>
                    <a:pt x="239046" y="5002"/>
                  </a:lnTo>
                  <a:lnTo>
                    <a:pt x="283603" y="557"/>
                  </a:lnTo>
                  <a:lnTo>
                    <a:pt x="306120" y="0"/>
                  </a:lnTo>
                  <a:lnTo>
                    <a:pt x="313635" y="62"/>
                  </a:lnTo>
                  <a:lnTo>
                    <a:pt x="358453" y="3030"/>
                  </a:lnTo>
                  <a:lnTo>
                    <a:pt x="402146" y="10391"/>
                  </a:lnTo>
                  <a:lnTo>
                    <a:pt x="443753" y="21983"/>
                  </a:lnTo>
                  <a:lnTo>
                    <a:pt x="482388" y="37558"/>
                  </a:lnTo>
                  <a:lnTo>
                    <a:pt x="517200" y="56773"/>
                  </a:lnTo>
                  <a:lnTo>
                    <a:pt x="542754" y="75274"/>
                  </a:lnTo>
                  <a:lnTo>
                    <a:pt x="549114" y="80487"/>
                  </a:lnTo>
                  <a:lnTo>
                    <a:pt x="555079" y="85896"/>
                  </a:lnTo>
                  <a:lnTo>
                    <a:pt x="560649" y="91503"/>
                  </a:lnTo>
                  <a:lnTo>
                    <a:pt x="566219" y="97109"/>
                  </a:lnTo>
                  <a:lnTo>
                    <a:pt x="588938" y="127098"/>
                  </a:lnTo>
                  <a:lnTo>
                    <a:pt x="592775" y="133328"/>
                  </a:lnTo>
                  <a:lnTo>
                    <a:pt x="606358" y="165722"/>
                  </a:lnTo>
                  <a:lnTo>
                    <a:pt x="608314" y="172336"/>
                  </a:lnTo>
                  <a:lnTo>
                    <a:pt x="609784" y="178998"/>
                  </a:lnTo>
                  <a:lnTo>
                    <a:pt x="610766" y="185709"/>
                  </a:lnTo>
                  <a:lnTo>
                    <a:pt x="611749" y="192419"/>
                  </a:lnTo>
                  <a:lnTo>
                    <a:pt x="612241" y="199146"/>
                  </a:lnTo>
                  <a:lnTo>
                    <a:pt x="612240" y="205889"/>
                  </a:lnTo>
                </a:path>
              </a:pathLst>
            </a:custGeom>
            <a:noFill/>
            <a:ln cap="flat" cmpd="sng" w="12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2458233" y="2641995"/>
              <a:ext cx="810260" cy="412115"/>
            </a:xfrm>
            <a:custGeom>
              <a:rect b="b" l="l" r="r" t="t"/>
              <a:pathLst>
                <a:path extrusionOk="0" h="412114" w="810260">
                  <a:moveTo>
                    <a:pt x="809816" y="205889"/>
                  </a:moveTo>
                  <a:lnTo>
                    <a:pt x="809816" y="212632"/>
                  </a:lnTo>
                  <a:lnTo>
                    <a:pt x="809166" y="219359"/>
                  </a:lnTo>
                  <a:lnTo>
                    <a:pt x="807866" y="226070"/>
                  </a:lnTo>
                  <a:lnTo>
                    <a:pt x="806566" y="232780"/>
                  </a:lnTo>
                  <a:lnTo>
                    <a:pt x="804622" y="239442"/>
                  </a:lnTo>
                  <a:lnTo>
                    <a:pt x="802035" y="246056"/>
                  </a:lnTo>
                  <a:lnTo>
                    <a:pt x="799448" y="252669"/>
                  </a:lnTo>
                  <a:lnTo>
                    <a:pt x="796230" y="259203"/>
                  </a:lnTo>
                  <a:lnTo>
                    <a:pt x="792380" y="265655"/>
                  </a:lnTo>
                  <a:lnTo>
                    <a:pt x="788531" y="272108"/>
                  </a:lnTo>
                  <a:lnTo>
                    <a:pt x="784068" y="278449"/>
                  </a:lnTo>
                  <a:lnTo>
                    <a:pt x="778993" y="284679"/>
                  </a:lnTo>
                  <a:lnTo>
                    <a:pt x="773919" y="290909"/>
                  </a:lnTo>
                  <a:lnTo>
                    <a:pt x="741576" y="320275"/>
                  </a:lnTo>
                  <a:lnTo>
                    <a:pt x="704925" y="344156"/>
                  </a:lnTo>
                  <a:lnTo>
                    <a:pt x="669385" y="361789"/>
                  </a:lnTo>
                  <a:lnTo>
                    <a:pt x="629862" y="377080"/>
                  </a:lnTo>
                  <a:lnTo>
                    <a:pt x="586956" y="389795"/>
                  </a:lnTo>
                  <a:lnTo>
                    <a:pt x="541317" y="399743"/>
                  </a:lnTo>
                  <a:lnTo>
                    <a:pt x="503292" y="405608"/>
                  </a:lnTo>
                  <a:lnTo>
                    <a:pt x="464320" y="409550"/>
                  </a:lnTo>
                  <a:lnTo>
                    <a:pt x="424776" y="411531"/>
                  </a:lnTo>
                  <a:lnTo>
                    <a:pt x="404907" y="411779"/>
                  </a:lnTo>
                  <a:lnTo>
                    <a:pt x="394968" y="411717"/>
                  </a:lnTo>
                  <a:lnTo>
                    <a:pt x="355340" y="410230"/>
                  </a:lnTo>
                  <a:lnTo>
                    <a:pt x="316188" y="406776"/>
                  </a:lnTo>
                  <a:lnTo>
                    <a:pt x="277892" y="401387"/>
                  </a:lnTo>
                  <a:lnTo>
                    <a:pt x="231787" y="392011"/>
                  </a:lnTo>
                  <a:lnTo>
                    <a:pt x="188285" y="379836"/>
                  </a:lnTo>
                  <a:lnTo>
                    <a:pt x="148037" y="365044"/>
                  </a:lnTo>
                  <a:lnTo>
                    <a:pt x="111652" y="347857"/>
                  </a:lnTo>
                  <a:lnTo>
                    <a:pt x="73862" y="324443"/>
                  </a:lnTo>
                  <a:lnTo>
                    <a:pt x="41559" y="296998"/>
                  </a:lnTo>
                  <a:lnTo>
                    <a:pt x="30821" y="284679"/>
                  </a:lnTo>
                  <a:lnTo>
                    <a:pt x="25746" y="278449"/>
                  </a:lnTo>
                  <a:lnTo>
                    <a:pt x="5192" y="239442"/>
                  </a:lnTo>
                  <a:lnTo>
                    <a:pt x="0" y="205889"/>
                  </a:lnTo>
                  <a:lnTo>
                    <a:pt x="0" y="199146"/>
                  </a:lnTo>
                  <a:lnTo>
                    <a:pt x="10367" y="159108"/>
                  </a:lnTo>
                  <a:lnTo>
                    <a:pt x="17435" y="146123"/>
                  </a:lnTo>
                  <a:lnTo>
                    <a:pt x="21284" y="139670"/>
                  </a:lnTo>
                  <a:lnTo>
                    <a:pt x="47810" y="108833"/>
                  </a:lnTo>
                  <a:lnTo>
                    <a:pt x="79682" y="83240"/>
                  </a:lnTo>
                  <a:lnTo>
                    <a:pt x="118594" y="60303"/>
                  </a:lnTo>
                  <a:lnTo>
                    <a:pt x="155797" y="43576"/>
                  </a:lnTo>
                  <a:lnTo>
                    <a:pt x="196743" y="29292"/>
                  </a:lnTo>
                  <a:lnTo>
                    <a:pt x="240819" y="17663"/>
                  </a:lnTo>
                  <a:lnTo>
                    <a:pt x="287369" y="8865"/>
                  </a:lnTo>
                  <a:lnTo>
                    <a:pt x="325914" y="3955"/>
                  </a:lnTo>
                  <a:lnTo>
                    <a:pt x="365220" y="991"/>
                  </a:lnTo>
                  <a:lnTo>
                    <a:pt x="404907" y="0"/>
                  </a:lnTo>
                  <a:lnTo>
                    <a:pt x="414848" y="62"/>
                  </a:lnTo>
                  <a:lnTo>
                    <a:pt x="454476" y="1548"/>
                  </a:lnTo>
                  <a:lnTo>
                    <a:pt x="493626" y="5002"/>
                  </a:lnTo>
                  <a:lnTo>
                    <a:pt x="531923" y="10391"/>
                  </a:lnTo>
                  <a:lnTo>
                    <a:pt x="578028" y="19767"/>
                  </a:lnTo>
                  <a:lnTo>
                    <a:pt x="621530" y="31941"/>
                  </a:lnTo>
                  <a:lnTo>
                    <a:pt x="661778" y="46734"/>
                  </a:lnTo>
                  <a:lnTo>
                    <a:pt x="698163" y="63921"/>
                  </a:lnTo>
                  <a:lnTo>
                    <a:pt x="735953" y="87335"/>
                  </a:lnTo>
                  <a:lnTo>
                    <a:pt x="768256" y="114780"/>
                  </a:lnTo>
                  <a:lnTo>
                    <a:pt x="778993" y="127098"/>
                  </a:lnTo>
                  <a:lnTo>
                    <a:pt x="784068" y="133328"/>
                  </a:lnTo>
                  <a:lnTo>
                    <a:pt x="788531" y="139670"/>
                  </a:lnTo>
                  <a:lnTo>
                    <a:pt x="792380" y="146123"/>
                  </a:lnTo>
                  <a:lnTo>
                    <a:pt x="796230" y="152575"/>
                  </a:lnTo>
                  <a:lnTo>
                    <a:pt x="799448" y="159108"/>
                  </a:lnTo>
                  <a:lnTo>
                    <a:pt x="802035" y="165722"/>
                  </a:lnTo>
                  <a:lnTo>
                    <a:pt x="804622" y="172336"/>
                  </a:lnTo>
                  <a:lnTo>
                    <a:pt x="806566" y="178998"/>
                  </a:lnTo>
                  <a:lnTo>
                    <a:pt x="807866" y="185709"/>
                  </a:lnTo>
                  <a:lnTo>
                    <a:pt x="809166" y="192419"/>
                  </a:lnTo>
                  <a:lnTo>
                    <a:pt x="809816" y="199146"/>
                  </a:lnTo>
                  <a:lnTo>
                    <a:pt x="809816" y="205889"/>
                  </a:lnTo>
                </a:path>
              </a:pathLst>
            </a:custGeom>
            <a:noFill/>
            <a:ln cap="flat" cmpd="sng" w="145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2358226" y="3203760"/>
              <a:ext cx="897890" cy="412115"/>
            </a:xfrm>
            <a:custGeom>
              <a:rect b="b" l="l" r="r" t="t"/>
              <a:pathLst>
                <a:path extrusionOk="0" h="412114" w="897889">
                  <a:moveTo>
                    <a:pt x="897627" y="205889"/>
                  </a:moveTo>
                  <a:lnTo>
                    <a:pt x="897627" y="212632"/>
                  </a:lnTo>
                  <a:lnTo>
                    <a:pt x="896907" y="219359"/>
                  </a:lnTo>
                  <a:lnTo>
                    <a:pt x="895466" y="226070"/>
                  </a:lnTo>
                  <a:lnTo>
                    <a:pt x="894025" y="232780"/>
                  </a:lnTo>
                  <a:lnTo>
                    <a:pt x="891871" y="239442"/>
                  </a:lnTo>
                  <a:lnTo>
                    <a:pt x="889003" y="246055"/>
                  </a:lnTo>
                  <a:lnTo>
                    <a:pt x="886135" y="252669"/>
                  </a:lnTo>
                  <a:lnTo>
                    <a:pt x="863462" y="284679"/>
                  </a:lnTo>
                  <a:lnTo>
                    <a:pt x="833773" y="311737"/>
                  </a:lnTo>
                  <a:lnTo>
                    <a:pt x="795751" y="336503"/>
                  </a:lnTo>
                  <a:lnTo>
                    <a:pt x="758286" y="355004"/>
                  </a:lnTo>
                  <a:lnTo>
                    <a:pt x="716171" y="371260"/>
                  </a:lnTo>
                  <a:lnTo>
                    <a:pt x="679549" y="382486"/>
                  </a:lnTo>
                  <a:lnTo>
                    <a:pt x="640706" y="392011"/>
                  </a:lnTo>
                  <a:lnTo>
                    <a:pt x="600014" y="399743"/>
                  </a:lnTo>
                  <a:lnTo>
                    <a:pt x="557866" y="405608"/>
                  </a:lnTo>
                  <a:lnTo>
                    <a:pt x="514668" y="409550"/>
                  </a:lnTo>
                  <a:lnTo>
                    <a:pt x="470836" y="411531"/>
                  </a:lnTo>
                  <a:lnTo>
                    <a:pt x="448813" y="411778"/>
                  </a:lnTo>
                  <a:lnTo>
                    <a:pt x="437796" y="411716"/>
                  </a:lnTo>
                  <a:lnTo>
                    <a:pt x="393870" y="410230"/>
                  </a:lnTo>
                  <a:lnTo>
                    <a:pt x="350474" y="406775"/>
                  </a:lnTo>
                  <a:lnTo>
                    <a:pt x="308025" y="401386"/>
                  </a:lnTo>
                  <a:lnTo>
                    <a:pt x="266932" y="394114"/>
                  </a:lnTo>
                  <a:lnTo>
                    <a:pt x="227591" y="385029"/>
                  </a:lnTo>
                  <a:lnTo>
                    <a:pt x="190379" y="374220"/>
                  </a:lnTo>
                  <a:lnTo>
                    <a:pt x="147408" y="358443"/>
                  </a:lnTo>
                  <a:lnTo>
                    <a:pt x="108969" y="340371"/>
                  </a:lnTo>
                  <a:lnTo>
                    <a:pt x="75638" y="320275"/>
                  </a:lnTo>
                  <a:lnTo>
                    <a:pt x="43090" y="293918"/>
                  </a:lnTo>
                  <a:lnTo>
                    <a:pt x="15058" y="259203"/>
                  </a:lnTo>
                  <a:lnTo>
                    <a:pt x="720" y="219359"/>
                  </a:lnTo>
                  <a:lnTo>
                    <a:pt x="0" y="212632"/>
                  </a:lnTo>
                  <a:lnTo>
                    <a:pt x="0" y="205889"/>
                  </a:lnTo>
                  <a:lnTo>
                    <a:pt x="0" y="199146"/>
                  </a:lnTo>
                  <a:lnTo>
                    <a:pt x="11491" y="159108"/>
                  </a:lnTo>
                  <a:lnTo>
                    <a:pt x="34163" y="127098"/>
                  </a:lnTo>
                  <a:lnTo>
                    <a:pt x="63852" y="100040"/>
                  </a:lnTo>
                  <a:lnTo>
                    <a:pt x="101875" y="75274"/>
                  </a:lnTo>
                  <a:lnTo>
                    <a:pt x="139340" y="56773"/>
                  </a:lnTo>
                  <a:lnTo>
                    <a:pt x="181455" y="40517"/>
                  </a:lnTo>
                  <a:lnTo>
                    <a:pt x="218077" y="29291"/>
                  </a:lnTo>
                  <a:lnTo>
                    <a:pt x="256920" y="19767"/>
                  </a:lnTo>
                  <a:lnTo>
                    <a:pt x="297612" y="12035"/>
                  </a:lnTo>
                  <a:lnTo>
                    <a:pt x="339760" y="6170"/>
                  </a:lnTo>
                  <a:lnTo>
                    <a:pt x="382959" y="2228"/>
                  </a:lnTo>
                  <a:lnTo>
                    <a:pt x="426791" y="248"/>
                  </a:lnTo>
                  <a:lnTo>
                    <a:pt x="448813" y="0"/>
                  </a:lnTo>
                  <a:lnTo>
                    <a:pt x="459831" y="62"/>
                  </a:lnTo>
                  <a:lnTo>
                    <a:pt x="503756" y="1548"/>
                  </a:lnTo>
                  <a:lnTo>
                    <a:pt x="547152" y="5002"/>
                  </a:lnTo>
                  <a:lnTo>
                    <a:pt x="589601" y="10391"/>
                  </a:lnTo>
                  <a:lnTo>
                    <a:pt x="630694" y="17663"/>
                  </a:lnTo>
                  <a:lnTo>
                    <a:pt x="670035" y="26748"/>
                  </a:lnTo>
                  <a:lnTo>
                    <a:pt x="707246" y="37558"/>
                  </a:lnTo>
                  <a:lnTo>
                    <a:pt x="750218" y="53335"/>
                  </a:lnTo>
                  <a:lnTo>
                    <a:pt x="788657" y="71406"/>
                  </a:lnTo>
                  <a:lnTo>
                    <a:pt x="821988" y="91502"/>
                  </a:lnTo>
                  <a:lnTo>
                    <a:pt x="854536" y="117860"/>
                  </a:lnTo>
                  <a:lnTo>
                    <a:pt x="882568" y="152575"/>
                  </a:lnTo>
                  <a:lnTo>
                    <a:pt x="889003" y="165722"/>
                  </a:lnTo>
                  <a:lnTo>
                    <a:pt x="891871" y="172336"/>
                  </a:lnTo>
                  <a:lnTo>
                    <a:pt x="894025" y="178998"/>
                  </a:lnTo>
                  <a:lnTo>
                    <a:pt x="895466" y="185709"/>
                  </a:lnTo>
                  <a:lnTo>
                    <a:pt x="896907" y="192419"/>
                  </a:lnTo>
                  <a:lnTo>
                    <a:pt x="897627" y="199146"/>
                  </a:lnTo>
                  <a:lnTo>
                    <a:pt x="897627" y="205889"/>
                  </a:lnTo>
                </a:path>
              </a:pathLst>
            </a:custGeom>
            <a:noFill/>
            <a:ln cap="flat" cmpd="sng" w="1540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2" name="Google Shape;20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8899" y="3067268"/>
              <a:ext cx="128444" cy="284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50221" y="2792321"/>
              <a:ext cx="128444" cy="284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30"/>
          <p:cNvSpPr txBox="1"/>
          <p:nvPr/>
        </p:nvSpPr>
        <p:spPr>
          <a:xfrm>
            <a:off x="5946445" y="3026310"/>
            <a:ext cx="678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Times New Roman"/>
                <a:ea typeface="Times New Roman"/>
                <a:cs typeface="Times New Roman"/>
                <a:sym typeface="Times New Roman"/>
              </a:rPr>
              <a:t>Desenvolvedor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2534804" y="3293281"/>
            <a:ext cx="4041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Times New Roman"/>
                <a:ea typeface="Times New Roman"/>
                <a:cs typeface="Times New Roman"/>
                <a:sym typeface="Times New Roman"/>
              </a:rPr>
              <a:t>Visitante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6" name="Google Shape;206;p30"/>
          <p:cNvGrpSpPr/>
          <p:nvPr/>
        </p:nvGrpSpPr>
        <p:grpSpPr>
          <a:xfrm>
            <a:off x="2814102" y="1837428"/>
            <a:ext cx="3394851" cy="2889206"/>
            <a:chOff x="945921" y="1815934"/>
            <a:chExt cx="2805430" cy="2992755"/>
          </a:xfrm>
        </p:grpSpPr>
        <p:sp>
          <p:nvSpPr>
            <p:cNvPr id="207" name="Google Shape;207;p30"/>
            <p:cNvSpPr/>
            <p:nvPr/>
          </p:nvSpPr>
          <p:spPr>
            <a:xfrm>
              <a:off x="1155636" y="1846345"/>
              <a:ext cx="228600" cy="2933065"/>
            </a:xfrm>
            <a:custGeom>
              <a:rect b="b" l="l" r="r" t="t"/>
              <a:pathLst>
                <a:path extrusionOk="0" h="2933065" w="228600">
                  <a:moveTo>
                    <a:pt x="228364" y="895"/>
                  </a:moveTo>
                  <a:lnTo>
                    <a:pt x="27596" y="0"/>
                  </a:lnTo>
                  <a:lnTo>
                    <a:pt x="0" y="2932751"/>
                  </a:lnTo>
                  <a:lnTo>
                    <a:pt x="215438" y="2930494"/>
                  </a:lnTo>
                </a:path>
              </a:pathLst>
            </a:custGeom>
            <a:noFill/>
            <a:ln cap="flat" cmpd="sng" w="99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1356829" y="1815934"/>
              <a:ext cx="90170" cy="2992755"/>
            </a:xfrm>
            <a:custGeom>
              <a:rect b="b" l="l" r="r" t="t"/>
              <a:pathLst>
                <a:path extrusionOk="0" h="2992754" w="90169">
                  <a:moveTo>
                    <a:pt x="77127" y="2960255"/>
                  </a:moveTo>
                  <a:lnTo>
                    <a:pt x="0" y="2929813"/>
                  </a:lnTo>
                  <a:lnTo>
                    <a:pt x="7988" y="2944647"/>
                  </a:lnTo>
                  <a:lnTo>
                    <a:pt x="10744" y="2960979"/>
                  </a:lnTo>
                  <a:lnTo>
                    <a:pt x="8267" y="2977350"/>
                  </a:lnTo>
                  <a:lnTo>
                    <a:pt x="520" y="2992310"/>
                  </a:lnTo>
                  <a:lnTo>
                    <a:pt x="77127" y="2960255"/>
                  </a:lnTo>
                  <a:close/>
                </a:path>
                <a:path extrusionOk="0" h="2992754" w="90169">
                  <a:moveTo>
                    <a:pt x="90055" y="31597"/>
                  </a:moveTo>
                  <a:lnTo>
                    <a:pt x="13296" y="0"/>
                  </a:lnTo>
                  <a:lnTo>
                    <a:pt x="21107" y="14960"/>
                  </a:lnTo>
                  <a:lnTo>
                    <a:pt x="23672" y="31330"/>
                  </a:lnTo>
                  <a:lnTo>
                    <a:pt x="20993" y="47663"/>
                  </a:lnTo>
                  <a:lnTo>
                    <a:pt x="13081" y="62496"/>
                  </a:lnTo>
                  <a:lnTo>
                    <a:pt x="90055" y="31597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1181309" y="2316116"/>
              <a:ext cx="200025" cy="1905"/>
            </a:xfrm>
            <a:custGeom>
              <a:rect b="b" l="l" r="r" t="t"/>
              <a:pathLst>
                <a:path extrusionOk="0" h="1905" w="200025">
                  <a:moveTo>
                    <a:pt x="0" y="0"/>
                  </a:moveTo>
                  <a:lnTo>
                    <a:pt x="200014" y="1363"/>
                  </a:lnTo>
                </a:path>
              </a:pathLst>
            </a:custGeom>
            <a:noFill/>
            <a:ln cap="flat" cmpd="sng" w="111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0"/>
            <p:cNvSpPr/>
            <p:nvPr/>
          </p:nvSpPr>
          <p:spPr>
            <a:xfrm>
              <a:off x="1367179" y="2286138"/>
              <a:ext cx="77470" cy="62865"/>
            </a:xfrm>
            <a:custGeom>
              <a:rect b="b" l="l" r="r" t="t"/>
              <a:pathLst>
                <a:path extrusionOk="0" h="62864" w="77469">
                  <a:moveTo>
                    <a:pt x="0" y="62493"/>
                  </a:moveTo>
                  <a:lnTo>
                    <a:pt x="7941" y="47674"/>
                  </a:lnTo>
                  <a:lnTo>
                    <a:pt x="10651" y="31347"/>
                  </a:lnTo>
                  <a:lnTo>
                    <a:pt x="8120" y="14970"/>
                  </a:lnTo>
                  <a:lnTo>
                    <a:pt x="340" y="0"/>
                  </a:lnTo>
                  <a:lnTo>
                    <a:pt x="77030" y="31770"/>
                  </a:lnTo>
                  <a:lnTo>
                    <a:pt x="0" y="62493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1175211" y="2831522"/>
              <a:ext cx="210185" cy="1905"/>
            </a:xfrm>
            <a:custGeom>
              <a:rect b="b" l="l" r="r" t="t"/>
              <a:pathLst>
                <a:path extrusionOk="0" h="1905" w="210184">
                  <a:moveTo>
                    <a:pt x="0" y="1363"/>
                  </a:moveTo>
                  <a:lnTo>
                    <a:pt x="209771" y="0"/>
                  </a:lnTo>
                </a:path>
              </a:pathLst>
            </a:custGeom>
            <a:noFill/>
            <a:ln cap="flat" cmpd="sng" w="111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1370846" y="2800366"/>
              <a:ext cx="77470" cy="62865"/>
            </a:xfrm>
            <a:custGeom>
              <a:rect b="b" l="l" r="r" t="t"/>
              <a:pathLst>
                <a:path extrusionOk="0" h="62864" w="77469">
                  <a:moveTo>
                    <a:pt x="325" y="62493"/>
                  </a:moveTo>
                  <a:lnTo>
                    <a:pt x="8108" y="47569"/>
                  </a:lnTo>
                  <a:lnTo>
                    <a:pt x="10643" y="31207"/>
                  </a:lnTo>
                  <a:lnTo>
                    <a:pt x="7938" y="14865"/>
                  </a:lnTo>
                  <a:lnTo>
                    <a:pt x="0" y="0"/>
                  </a:lnTo>
                  <a:lnTo>
                    <a:pt x="77022" y="30747"/>
                  </a:lnTo>
                  <a:lnTo>
                    <a:pt x="325" y="62493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1167894" y="3331803"/>
              <a:ext cx="207645" cy="11430"/>
            </a:xfrm>
            <a:custGeom>
              <a:rect b="b" l="l" r="r" t="t"/>
              <a:pathLst>
                <a:path extrusionOk="0" h="11429" w="207644">
                  <a:moveTo>
                    <a:pt x="207332" y="11159"/>
                  </a:moveTo>
                  <a:lnTo>
                    <a:pt x="0" y="11159"/>
                  </a:lnTo>
                  <a:lnTo>
                    <a:pt x="0" y="0"/>
                  </a:lnTo>
                  <a:lnTo>
                    <a:pt x="207332" y="0"/>
                  </a:lnTo>
                  <a:lnTo>
                    <a:pt x="207332" y="11159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1361251" y="3306136"/>
              <a:ext cx="77470" cy="62865"/>
            </a:xfrm>
            <a:custGeom>
              <a:rect b="b" l="l" r="r" t="t"/>
              <a:pathLst>
                <a:path extrusionOk="0" h="62864" w="77469">
                  <a:moveTo>
                    <a:pt x="0" y="62494"/>
                  </a:moveTo>
                  <a:lnTo>
                    <a:pt x="7860" y="47621"/>
                  </a:lnTo>
                  <a:lnTo>
                    <a:pt x="10481" y="31276"/>
                  </a:lnTo>
                  <a:lnTo>
                    <a:pt x="7860" y="14916"/>
                  </a:lnTo>
                  <a:lnTo>
                    <a:pt x="0" y="0"/>
                  </a:lnTo>
                  <a:lnTo>
                    <a:pt x="76861" y="31247"/>
                  </a:lnTo>
                  <a:lnTo>
                    <a:pt x="0" y="6249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1164235" y="3803702"/>
              <a:ext cx="158750" cy="1905"/>
            </a:xfrm>
            <a:custGeom>
              <a:rect b="b" l="l" r="r" t="t"/>
              <a:pathLst>
                <a:path extrusionOk="0" h="1904" w="158750">
                  <a:moveTo>
                    <a:pt x="0" y="0"/>
                  </a:moveTo>
                  <a:lnTo>
                    <a:pt x="158548" y="1363"/>
                  </a:lnTo>
                </a:path>
              </a:pathLst>
            </a:custGeom>
            <a:noFill/>
            <a:ln cap="flat" cmpd="sng" w="111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1308594" y="3773700"/>
              <a:ext cx="77470" cy="62865"/>
            </a:xfrm>
            <a:custGeom>
              <a:rect b="b" l="l" r="r" t="t"/>
              <a:pathLst>
                <a:path extrusionOk="0" h="62864" w="77469">
                  <a:moveTo>
                    <a:pt x="0" y="62492"/>
                  </a:moveTo>
                  <a:lnTo>
                    <a:pt x="7962" y="47687"/>
                  </a:lnTo>
                  <a:lnTo>
                    <a:pt x="10695" y="31365"/>
                  </a:lnTo>
                  <a:lnTo>
                    <a:pt x="8187" y="14984"/>
                  </a:lnTo>
                  <a:lnTo>
                    <a:pt x="430" y="0"/>
                  </a:lnTo>
                  <a:lnTo>
                    <a:pt x="77073" y="31907"/>
                  </a:lnTo>
                  <a:lnTo>
                    <a:pt x="0" y="62492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1158137" y="4278077"/>
              <a:ext cx="211454" cy="11430"/>
            </a:xfrm>
            <a:custGeom>
              <a:rect b="b" l="l" r="r" t="t"/>
              <a:pathLst>
                <a:path extrusionOk="0" h="11429" w="211455">
                  <a:moveTo>
                    <a:pt x="210991" y="11159"/>
                  </a:moveTo>
                  <a:lnTo>
                    <a:pt x="0" y="11159"/>
                  </a:lnTo>
                  <a:lnTo>
                    <a:pt x="0" y="0"/>
                  </a:lnTo>
                  <a:lnTo>
                    <a:pt x="210991" y="0"/>
                  </a:lnTo>
                  <a:lnTo>
                    <a:pt x="210991" y="11159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1355153" y="4252409"/>
              <a:ext cx="77470" cy="62865"/>
            </a:xfrm>
            <a:custGeom>
              <a:rect b="b" l="l" r="r" t="t"/>
              <a:pathLst>
                <a:path extrusionOk="0" h="62864" w="77469">
                  <a:moveTo>
                    <a:pt x="0" y="62494"/>
                  </a:moveTo>
                  <a:lnTo>
                    <a:pt x="7860" y="47621"/>
                  </a:lnTo>
                  <a:lnTo>
                    <a:pt x="10481" y="31276"/>
                  </a:lnTo>
                  <a:lnTo>
                    <a:pt x="7860" y="14916"/>
                  </a:lnTo>
                  <a:lnTo>
                    <a:pt x="0" y="0"/>
                  </a:lnTo>
                  <a:lnTo>
                    <a:pt x="76861" y="31247"/>
                  </a:lnTo>
                  <a:lnTo>
                    <a:pt x="0" y="62494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3316833" y="2347477"/>
              <a:ext cx="193040" cy="1085850"/>
            </a:xfrm>
            <a:custGeom>
              <a:rect b="b" l="l" r="r" t="t"/>
              <a:pathLst>
                <a:path extrusionOk="0" h="1085850" w="193039">
                  <a:moveTo>
                    <a:pt x="2439" y="0"/>
                  </a:moveTo>
                  <a:lnTo>
                    <a:pt x="192697" y="0"/>
                  </a:lnTo>
                  <a:lnTo>
                    <a:pt x="190258" y="1082624"/>
                  </a:lnTo>
                  <a:lnTo>
                    <a:pt x="0" y="1085351"/>
                  </a:lnTo>
                </a:path>
              </a:pathLst>
            </a:custGeom>
            <a:noFill/>
            <a:ln cap="flat" cmpd="sng" w="1000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3253943" y="2316238"/>
              <a:ext cx="79375" cy="1148080"/>
            </a:xfrm>
            <a:custGeom>
              <a:rect b="b" l="l" r="r" t="t"/>
              <a:pathLst>
                <a:path extrusionOk="0" h="1148079" w="79375">
                  <a:moveTo>
                    <a:pt x="77216" y="1147635"/>
                  </a:moveTo>
                  <a:lnTo>
                    <a:pt x="69189" y="1132840"/>
                  </a:lnTo>
                  <a:lnTo>
                    <a:pt x="66382" y="1116520"/>
                  </a:lnTo>
                  <a:lnTo>
                    <a:pt x="68808" y="1100137"/>
                  </a:lnTo>
                  <a:lnTo>
                    <a:pt x="76504" y="1085151"/>
                  </a:lnTo>
                  <a:lnTo>
                    <a:pt x="0" y="1117498"/>
                  </a:lnTo>
                  <a:lnTo>
                    <a:pt x="77216" y="1147635"/>
                  </a:lnTo>
                  <a:close/>
                </a:path>
                <a:path extrusionOk="0" h="1148079" w="79375">
                  <a:moveTo>
                    <a:pt x="79298" y="0"/>
                  </a:moveTo>
                  <a:lnTo>
                    <a:pt x="2438" y="31242"/>
                  </a:lnTo>
                  <a:lnTo>
                    <a:pt x="79298" y="62496"/>
                  </a:lnTo>
                  <a:lnTo>
                    <a:pt x="71437" y="47574"/>
                  </a:lnTo>
                  <a:lnTo>
                    <a:pt x="68821" y="31216"/>
                  </a:lnTo>
                  <a:lnTo>
                    <a:pt x="71437" y="14871"/>
                  </a:lnTo>
                  <a:lnTo>
                    <a:pt x="79298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3329029" y="2860156"/>
              <a:ext cx="173355" cy="3175"/>
            </a:xfrm>
            <a:custGeom>
              <a:rect b="b" l="l" r="r" t="t"/>
              <a:pathLst>
                <a:path extrusionOk="0" h="3175" w="173354">
                  <a:moveTo>
                    <a:pt x="173183" y="0"/>
                  </a:moveTo>
                  <a:lnTo>
                    <a:pt x="0" y="2727"/>
                  </a:lnTo>
                </a:path>
              </a:pathLst>
            </a:custGeom>
            <a:noFill/>
            <a:ln cap="flat" cmpd="sng" w="111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266149" y="2831419"/>
              <a:ext cx="77470" cy="62865"/>
            </a:xfrm>
            <a:custGeom>
              <a:rect b="b" l="l" r="r" t="t"/>
              <a:pathLst>
                <a:path extrusionOk="0" h="62864" w="77470">
                  <a:moveTo>
                    <a:pt x="76459" y="0"/>
                  </a:moveTo>
                  <a:lnTo>
                    <a:pt x="68787" y="14995"/>
                  </a:lnTo>
                  <a:lnTo>
                    <a:pt x="66373" y="31379"/>
                  </a:lnTo>
                  <a:lnTo>
                    <a:pt x="69199" y="47696"/>
                  </a:lnTo>
                  <a:lnTo>
                    <a:pt x="77247" y="62488"/>
                  </a:lnTo>
                  <a:lnTo>
                    <a:pt x="0" y="32454"/>
                  </a:lnTo>
                  <a:lnTo>
                    <a:pt x="76459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945921" y="2930943"/>
              <a:ext cx="2805430" cy="287020"/>
            </a:xfrm>
            <a:custGeom>
              <a:rect b="b" l="l" r="r" t="t"/>
              <a:pathLst>
                <a:path extrusionOk="0" h="287019" w="2805429">
                  <a:moveTo>
                    <a:pt x="224409" y="275424"/>
                  </a:moveTo>
                  <a:lnTo>
                    <a:pt x="0" y="275424"/>
                  </a:lnTo>
                  <a:lnTo>
                    <a:pt x="0" y="286588"/>
                  </a:lnTo>
                  <a:lnTo>
                    <a:pt x="224409" y="286588"/>
                  </a:lnTo>
                  <a:lnTo>
                    <a:pt x="224409" y="275424"/>
                  </a:lnTo>
                  <a:close/>
                </a:path>
                <a:path extrusionOk="0" h="287019" w="2805429">
                  <a:moveTo>
                    <a:pt x="2805087" y="0"/>
                  </a:moveTo>
                  <a:lnTo>
                    <a:pt x="2563609" y="0"/>
                  </a:lnTo>
                  <a:lnTo>
                    <a:pt x="2563609" y="11150"/>
                  </a:lnTo>
                  <a:lnTo>
                    <a:pt x="2805087" y="11150"/>
                  </a:lnTo>
                  <a:lnTo>
                    <a:pt x="2805087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8" name="Google Shape;228;p31"/>
          <p:cNvSpPr txBox="1"/>
          <p:nvPr>
            <p:ph type="title"/>
          </p:nvPr>
        </p:nvSpPr>
        <p:spPr>
          <a:xfrm>
            <a:off x="1153091" y="1504518"/>
            <a:ext cx="6826495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TECNOLOGIAS UTILIZADAS</a:t>
            </a:r>
            <a:endParaRPr/>
          </a:p>
        </p:txBody>
      </p:sp>
      <p:sp>
        <p:nvSpPr>
          <p:cNvPr id="229" name="Google Shape;229;p31"/>
          <p:cNvSpPr/>
          <p:nvPr/>
        </p:nvSpPr>
        <p:spPr>
          <a:xfrm>
            <a:off x="317994" y="2273649"/>
            <a:ext cx="2743968" cy="600790"/>
          </a:xfrm>
          <a:custGeom>
            <a:rect b="b" l="l" r="r" t="t"/>
            <a:pathLst>
              <a:path extrusionOk="0" h="622300" w="2267585">
                <a:moveTo>
                  <a:pt x="2212621" y="621676"/>
                </a:moveTo>
                <a:lnTo>
                  <a:pt x="54668" y="621676"/>
                </a:lnTo>
                <a:lnTo>
                  <a:pt x="50863" y="621304"/>
                </a:lnTo>
                <a:lnTo>
                  <a:pt x="14420" y="601813"/>
                </a:lnTo>
                <a:lnTo>
                  <a:pt x="0" y="567000"/>
                </a:lnTo>
                <a:lnTo>
                  <a:pt x="0" y="563165"/>
                </a:lnTo>
                <a:lnTo>
                  <a:pt x="0" y="54668"/>
                </a:lnTo>
                <a:lnTo>
                  <a:pt x="19853" y="14413"/>
                </a:lnTo>
                <a:lnTo>
                  <a:pt x="54668" y="0"/>
                </a:lnTo>
                <a:lnTo>
                  <a:pt x="2212621" y="0"/>
                </a:lnTo>
                <a:lnTo>
                  <a:pt x="2252869" y="19841"/>
                </a:lnTo>
                <a:lnTo>
                  <a:pt x="2267289" y="54668"/>
                </a:lnTo>
                <a:lnTo>
                  <a:pt x="2267289" y="567000"/>
                </a:lnTo>
                <a:lnTo>
                  <a:pt x="2247435" y="607255"/>
                </a:lnTo>
                <a:lnTo>
                  <a:pt x="2216426" y="621297"/>
                </a:lnTo>
                <a:lnTo>
                  <a:pt x="2212621" y="621676"/>
                </a:lnTo>
                <a:close/>
              </a:path>
            </a:pathLst>
          </a:custGeom>
          <a:solidFill>
            <a:srgbClr val="E34D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"/>
          <p:cNvSpPr/>
          <p:nvPr/>
        </p:nvSpPr>
        <p:spPr>
          <a:xfrm>
            <a:off x="3194362" y="2273649"/>
            <a:ext cx="2743778" cy="600520"/>
          </a:xfrm>
          <a:custGeom>
            <a:rect b="b" l="l" r="r" t="t"/>
            <a:pathLst>
              <a:path extrusionOk="0" h="622300" w="2267585">
                <a:moveTo>
                  <a:pt x="2212621" y="621676"/>
                </a:moveTo>
                <a:lnTo>
                  <a:pt x="54668" y="621676"/>
                </a:lnTo>
                <a:lnTo>
                  <a:pt x="50863" y="621304"/>
                </a:lnTo>
                <a:lnTo>
                  <a:pt x="14420" y="601813"/>
                </a:lnTo>
                <a:lnTo>
                  <a:pt x="0" y="567000"/>
                </a:lnTo>
                <a:lnTo>
                  <a:pt x="0" y="563165"/>
                </a:lnTo>
                <a:lnTo>
                  <a:pt x="0" y="54668"/>
                </a:lnTo>
                <a:lnTo>
                  <a:pt x="19853" y="14413"/>
                </a:lnTo>
                <a:lnTo>
                  <a:pt x="54668" y="0"/>
                </a:lnTo>
                <a:lnTo>
                  <a:pt x="2212621" y="0"/>
                </a:lnTo>
                <a:lnTo>
                  <a:pt x="2252868" y="19841"/>
                </a:lnTo>
                <a:lnTo>
                  <a:pt x="2267289" y="54668"/>
                </a:lnTo>
                <a:lnTo>
                  <a:pt x="2267289" y="567000"/>
                </a:lnTo>
                <a:lnTo>
                  <a:pt x="2247434" y="607255"/>
                </a:lnTo>
                <a:lnTo>
                  <a:pt x="2216425" y="621297"/>
                </a:lnTo>
                <a:lnTo>
                  <a:pt x="2212621" y="621676"/>
                </a:lnTo>
                <a:close/>
              </a:path>
            </a:pathLst>
          </a:custGeom>
          <a:solidFill>
            <a:srgbClr val="254D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6070728" y="2273649"/>
            <a:ext cx="2743968" cy="600790"/>
          </a:xfrm>
          <a:custGeom>
            <a:rect b="b" l="l" r="r" t="t"/>
            <a:pathLst>
              <a:path extrusionOk="0" h="622300" w="2267584">
                <a:moveTo>
                  <a:pt x="2212621" y="621676"/>
                </a:moveTo>
                <a:lnTo>
                  <a:pt x="54668" y="621676"/>
                </a:lnTo>
                <a:lnTo>
                  <a:pt x="50864" y="621304"/>
                </a:lnTo>
                <a:lnTo>
                  <a:pt x="14420" y="601813"/>
                </a:lnTo>
                <a:lnTo>
                  <a:pt x="0" y="567000"/>
                </a:lnTo>
                <a:lnTo>
                  <a:pt x="0" y="563165"/>
                </a:lnTo>
                <a:lnTo>
                  <a:pt x="0" y="54668"/>
                </a:lnTo>
                <a:lnTo>
                  <a:pt x="19854" y="14413"/>
                </a:lnTo>
                <a:lnTo>
                  <a:pt x="54668" y="0"/>
                </a:lnTo>
                <a:lnTo>
                  <a:pt x="2212621" y="0"/>
                </a:lnTo>
                <a:lnTo>
                  <a:pt x="2252868" y="19841"/>
                </a:lnTo>
                <a:lnTo>
                  <a:pt x="2267289" y="54668"/>
                </a:lnTo>
                <a:lnTo>
                  <a:pt x="2267289" y="567000"/>
                </a:lnTo>
                <a:lnTo>
                  <a:pt x="2247436" y="607255"/>
                </a:lnTo>
                <a:lnTo>
                  <a:pt x="2216426" y="621297"/>
                </a:lnTo>
                <a:lnTo>
                  <a:pt x="2212621" y="621676"/>
                </a:lnTo>
                <a:close/>
              </a:path>
            </a:pathLst>
          </a:custGeom>
          <a:solidFill>
            <a:srgbClr val="F6D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317994" y="2979753"/>
            <a:ext cx="2743968" cy="593434"/>
          </a:xfrm>
          <a:custGeom>
            <a:rect b="b" l="l" r="r" t="t"/>
            <a:pathLst>
              <a:path extrusionOk="0" h="614679" w="2267585">
                <a:moveTo>
                  <a:pt x="2212621" y="614362"/>
                </a:moveTo>
                <a:lnTo>
                  <a:pt x="54668" y="614362"/>
                </a:lnTo>
                <a:lnTo>
                  <a:pt x="50863" y="613990"/>
                </a:lnTo>
                <a:lnTo>
                  <a:pt x="14420" y="594499"/>
                </a:lnTo>
                <a:lnTo>
                  <a:pt x="0" y="559687"/>
                </a:lnTo>
                <a:lnTo>
                  <a:pt x="0" y="555851"/>
                </a:lnTo>
                <a:lnTo>
                  <a:pt x="0" y="54668"/>
                </a:lnTo>
                <a:lnTo>
                  <a:pt x="19853" y="14406"/>
                </a:lnTo>
                <a:lnTo>
                  <a:pt x="54668" y="0"/>
                </a:lnTo>
                <a:lnTo>
                  <a:pt x="2212621" y="0"/>
                </a:lnTo>
                <a:lnTo>
                  <a:pt x="2252869" y="19841"/>
                </a:lnTo>
                <a:lnTo>
                  <a:pt x="2267289" y="54668"/>
                </a:lnTo>
                <a:lnTo>
                  <a:pt x="2267289" y="559687"/>
                </a:lnTo>
                <a:lnTo>
                  <a:pt x="2247435" y="599934"/>
                </a:lnTo>
                <a:lnTo>
                  <a:pt x="2216426" y="613983"/>
                </a:lnTo>
                <a:lnTo>
                  <a:pt x="2212621" y="614362"/>
                </a:lnTo>
                <a:close/>
              </a:path>
            </a:pathLst>
          </a:custGeom>
          <a:solidFill>
            <a:srgbClr val="CF64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/>
          <p:nvPr/>
        </p:nvSpPr>
        <p:spPr>
          <a:xfrm>
            <a:off x="3194362" y="2979753"/>
            <a:ext cx="2743968" cy="593434"/>
          </a:xfrm>
          <a:custGeom>
            <a:rect b="b" l="l" r="r" t="t"/>
            <a:pathLst>
              <a:path extrusionOk="0" h="614679" w="2267585">
                <a:moveTo>
                  <a:pt x="2212621" y="614362"/>
                </a:moveTo>
                <a:lnTo>
                  <a:pt x="54668" y="614362"/>
                </a:lnTo>
                <a:lnTo>
                  <a:pt x="50863" y="613990"/>
                </a:lnTo>
                <a:lnTo>
                  <a:pt x="14420" y="594499"/>
                </a:lnTo>
                <a:lnTo>
                  <a:pt x="0" y="559687"/>
                </a:lnTo>
                <a:lnTo>
                  <a:pt x="0" y="555851"/>
                </a:lnTo>
                <a:lnTo>
                  <a:pt x="0" y="54668"/>
                </a:lnTo>
                <a:lnTo>
                  <a:pt x="19853" y="14406"/>
                </a:lnTo>
                <a:lnTo>
                  <a:pt x="54668" y="0"/>
                </a:lnTo>
                <a:lnTo>
                  <a:pt x="2212621" y="0"/>
                </a:lnTo>
                <a:lnTo>
                  <a:pt x="2252868" y="19841"/>
                </a:lnTo>
                <a:lnTo>
                  <a:pt x="2267289" y="54668"/>
                </a:lnTo>
                <a:lnTo>
                  <a:pt x="2267289" y="559687"/>
                </a:lnTo>
                <a:lnTo>
                  <a:pt x="2247434" y="599934"/>
                </a:lnTo>
                <a:lnTo>
                  <a:pt x="2216425" y="613983"/>
                </a:lnTo>
                <a:lnTo>
                  <a:pt x="2212621" y="614362"/>
                </a:lnTo>
                <a:close/>
              </a:path>
            </a:pathLst>
          </a:custGeom>
          <a:solidFill>
            <a:srgbClr val="646B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6070728" y="2979753"/>
            <a:ext cx="2743968" cy="593434"/>
          </a:xfrm>
          <a:custGeom>
            <a:rect b="b" l="l" r="r" t="t"/>
            <a:pathLst>
              <a:path extrusionOk="0" h="614679" w="2267584">
                <a:moveTo>
                  <a:pt x="2212621" y="614362"/>
                </a:moveTo>
                <a:lnTo>
                  <a:pt x="54668" y="614362"/>
                </a:lnTo>
                <a:lnTo>
                  <a:pt x="50864" y="613990"/>
                </a:lnTo>
                <a:lnTo>
                  <a:pt x="14420" y="594499"/>
                </a:lnTo>
                <a:lnTo>
                  <a:pt x="0" y="559687"/>
                </a:lnTo>
                <a:lnTo>
                  <a:pt x="0" y="555851"/>
                </a:lnTo>
                <a:lnTo>
                  <a:pt x="0" y="54668"/>
                </a:lnTo>
                <a:lnTo>
                  <a:pt x="19854" y="14406"/>
                </a:lnTo>
                <a:lnTo>
                  <a:pt x="54668" y="0"/>
                </a:lnTo>
                <a:lnTo>
                  <a:pt x="2212621" y="0"/>
                </a:lnTo>
                <a:lnTo>
                  <a:pt x="2252868" y="19841"/>
                </a:lnTo>
                <a:lnTo>
                  <a:pt x="2267289" y="54668"/>
                </a:lnTo>
                <a:lnTo>
                  <a:pt x="2267289" y="559687"/>
                </a:lnTo>
                <a:lnTo>
                  <a:pt x="2247436" y="599934"/>
                </a:lnTo>
                <a:lnTo>
                  <a:pt x="2216426" y="613983"/>
                </a:lnTo>
                <a:lnTo>
                  <a:pt x="2212621" y="614362"/>
                </a:lnTo>
                <a:close/>
              </a:path>
            </a:pathLst>
          </a:custGeom>
          <a:solidFill>
            <a:srgbClr val="44444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1122000" y="3071825"/>
            <a:ext cx="10122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48590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SMIL		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044702" y="2308140"/>
            <a:ext cx="129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HTML5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6544945" y="2297000"/>
            <a:ext cx="182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JavaScript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4145230" y="2308162"/>
            <a:ext cx="10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CSS3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4255218" y="2999412"/>
            <a:ext cx="10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SVG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7051143" y="2999412"/>
            <a:ext cx="10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GIT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5" name="Google Shape;245;p32"/>
          <p:cNvSpPr txBox="1"/>
          <p:nvPr>
            <p:ph type="title"/>
          </p:nvPr>
        </p:nvSpPr>
        <p:spPr>
          <a:xfrm>
            <a:off x="1363564" y="1442310"/>
            <a:ext cx="6405410" cy="91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50">
                <a:solidFill>
                  <a:srgbClr val="3398DA"/>
                </a:solidFill>
              </a:rPr>
              <a:t>DESIGN DIGITAL</a:t>
            </a:r>
            <a:endParaRPr sz="6050"/>
          </a:p>
        </p:txBody>
      </p:sp>
      <p:sp>
        <p:nvSpPr>
          <p:cNvPr id="246" name="Google Shape;246;p32"/>
          <p:cNvSpPr txBox="1"/>
          <p:nvPr/>
        </p:nvSpPr>
        <p:spPr>
          <a:xfrm>
            <a:off x="3774595" y="3355480"/>
            <a:ext cx="29844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7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Identidade e Visual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8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↓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1" name="Google Shape;251;p33"/>
          <p:cNvSpPr txBox="1"/>
          <p:nvPr>
            <p:ph type="title"/>
          </p:nvPr>
        </p:nvSpPr>
        <p:spPr>
          <a:xfrm>
            <a:off x="3550050" y="459475"/>
            <a:ext cx="2043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LOGO</a:t>
            </a: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734" y="1460588"/>
            <a:ext cx="2640826" cy="261964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/>
        </p:nvSpPr>
        <p:spPr>
          <a:xfrm>
            <a:off x="1739244" y="4201375"/>
            <a:ext cx="2476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LOGO ATUAL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54" name="Google Shape;254;p33"/>
          <p:cNvGrpSpPr/>
          <p:nvPr/>
        </p:nvGrpSpPr>
        <p:grpSpPr>
          <a:xfrm>
            <a:off x="5057751" y="1372332"/>
            <a:ext cx="2912434" cy="2615968"/>
            <a:chOff x="4179744" y="1421499"/>
            <a:chExt cx="2811773" cy="2709724"/>
          </a:xfrm>
        </p:grpSpPr>
        <p:sp>
          <p:nvSpPr>
            <p:cNvPr id="255" name="Google Shape;255;p33"/>
            <p:cNvSpPr/>
            <p:nvPr/>
          </p:nvSpPr>
          <p:spPr>
            <a:xfrm>
              <a:off x="4356941" y="1582012"/>
              <a:ext cx="2430780" cy="2520315"/>
            </a:xfrm>
            <a:custGeom>
              <a:rect b="b" l="l" r="r" t="t"/>
              <a:pathLst>
                <a:path extrusionOk="0" h="2520315" w="2430779">
                  <a:moveTo>
                    <a:pt x="1229500" y="2520127"/>
                  </a:moveTo>
                  <a:lnTo>
                    <a:pt x="1127144" y="2476838"/>
                  </a:lnTo>
                  <a:lnTo>
                    <a:pt x="887500" y="2369215"/>
                  </a:lnTo>
                  <a:lnTo>
                    <a:pt x="611703" y="2230629"/>
                  </a:lnTo>
                  <a:lnTo>
                    <a:pt x="400891" y="2094449"/>
                  </a:lnTo>
                  <a:lnTo>
                    <a:pt x="361274" y="2058559"/>
                  </a:lnTo>
                  <a:lnTo>
                    <a:pt x="324912" y="2021691"/>
                  </a:lnTo>
                  <a:lnTo>
                    <a:pt x="291595" y="1983891"/>
                  </a:lnTo>
                  <a:lnTo>
                    <a:pt x="261111" y="1945204"/>
                  </a:lnTo>
                  <a:lnTo>
                    <a:pt x="233246" y="1905674"/>
                  </a:lnTo>
                  <a:lnTo>
                    <a:pt x="207790" y="1865346"/>
                  </a:lnTo>
                  <a:lnTo>
                    <a:pt x="184530" y="1824265"/>
                  </a:lnTo>
                  <a:lnTo>
                    <a:pt x="163255" y="1782477"/>
                  </a:lnTo>
                  <a:lnTo>
                    <a:pt x="143752" y="1740025"/>
                  </a:lnTo>
                  <a:lnTo>
                    <a:pt x="125809" y="1696954"/>
                  </a:lnTo>
                  <a:lnTo>
                    <a:pt x="109215" y="1653311"/>
                  </a:lnTo>
                  <a:lnTo>
                    <a:pt x="93756" y="1609138"/>
                  </a:lnTo>
                  <a:lnTo>
                    <a:pt x="79223" y="1564482"/>
                  </a:lnTo>
                  <a:lnTo>
                    <a:pt x="65401" y="1519387"/>
                  </a:lnTo>
                  <a:lnTo>
                    <a:pt x="10677" y="1180221"/>
                  </a:lnTo>
                  <a:lnTo>
                    <a:pt x="0" y="801226"/>
                  </a:lnTo>
                  <a:lnTo>
                    <a:pt x="10421" y="492840"/>
                  </a:lnTo>
                  <a:lnTo>
                    <a:pt x="18994" y="365503"/>
                  </a:lnTo>
                  <a:lnTo>
                    <a:pt x="1231472" y="0"/>
                  </a:lnTo>
                  <a:lnTo>
                    <a:pt x="2410580" y="378814"/>
                  </a:lnTo>
                  <a:lnTo>
                    <a:pt x="2419113" y="495920"/>
                  </a:lnTo>
                  <a:lnTo>
                    <a:pt x="2430610" y="780762"/>
                  </a:lnTo>
                  <a:lnTo>
                    <a:pt x="2423914" y="1133619"/>
                  </a:lnTo>
                  <a:lnTo>
                    <a:pt x="2377871" y="1454774"/>
                  </a:lnTo>
                  <a:lnTo>
                    <a:pt x="2352800" y="1546025"/>
                  </a:lnTo>
                  <a:lnTo>
                    <a:pt x="2339343" y="1591569"/>
                  </a:lnTo>
                  <a:lnTo>
                    <a:pt x="2324898" y="1636971"/>
                  </a:lnTo>
                  <a:lnTo>
                    <a:pt x="2309186" y="1682168"/>
                  </a:lnTo>
                  <a:lnTo>
                    <a:pt x="2291927" y="1727093"/>
                  </a:lnTo>
                  <a:lnTo>
                    <a:pt x="2272840" y="1771682"/>
                  </a:lnTo>
                  <a:lnTo>
                    <a:pt x="2251647" y="1815870"/>
                  </a:lnTo>
                  <a:lnTo>
                    <a:pt x="2228067" y="1859592"/>
                  </a:lnTo>
                  <a:lnTo>
                    <a:pt x="2201821" y="1902782"/>
                  </a:lnTo>
                  <a:lnTo>
                    <a:pt x="2172628" y="1945376"/>
                  </a:lnTo>
                  <a:lnTo>
                    <a:pt x="2140210" y="1987309"/>
                  </a:lnTo>
                  <a:lnTo>
                    <a:pt x="2104285" y="2028516"/>
                  </a:lnTo>
                  <a:lnTo>
                    <a:pt x="2064575" y="2068932"/>
                  </a:lnTo>
                  <a:lnTo>
                    <a:pt x="1852005" y="2218177"/>
                  </a:lnTo>
                  <a:lnTo>
                    <a:pt x="1574069" y="2364526"/>
                  </a:lnTo>
                  <a:lnTo>
                    <a:pt x="1332617" y="2475877"/>
                  </a:lnTo>
                  <a:lnTo>
                    <a:pt x="1229500" y="2520127"/>
                  </a:lnTo>
                  <a:close/>
                </a:path>
              </a:pathLst>
            </a:custGeom>
            <a:solidFill>
              <a:srgbClr val="2E2F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4356941" y="1582012"/>
              <a:ext cx="2430780" cy="2520315"/>
            </a:xfrm>
            <a:custGeom>
              <a:rect b="b" l="l" r="r" t="t"/>
              <a:pathLst>
                <a:path extrusionOk="0" h="2520315" w="2430779">
                  <a:moveTo>
                    <a:pt x="18994" y="365503"/>
                  </a:moveTo>
                  <a:lnTo>
                    <a:pt x="10421" y="492840"/>
                  </a:lnTo>
                  <a:lnTo>
                    <a:pt x="0" y="801226"/>
                  </a:lnTo>
                  <a:lnTo>
                    <a:pt x="10677" y="1180221"/>
                  </a:lnTo>
                  <a:lnTo>
                    <a:pt x="65401" y="1519387"/>
                  </a:lnTo>
                  <a:lnTo>
                    <a:pt x="79223" y="1564482"/>
                  </a:lnTo>
                  <a:lnTo>
                    <a:pt x="93756" y="1609138"/>
                  </a:lnTo>
                  <a:lnTo>
                    <a:pt x="109215" y="1653311"/>
                  </a:lnTo>
                  <a:lnTo>
                    <a:pt x="125809" y="1696954"/>
                  </a:lnTo>
                  <a:lnTo>
                    <a:pt x="143752" y="1740025"/>
                  </a:lnTo>
                  <a:lnTo>
                    <a:pt x="163255" y="1782477"/>
                  </a:lnTo>
                  <a:lnTo>
                    <a:pt x="184530" y="1824265"/>
                  </a:lnTo>
                  <a:lnTo>
                    <a:pt x="207790" y="1865346"/>
                  </a:lnTo>
                  <a:lnTo>
                    <a:pt x="233246" y="1905674"/>
                  </a:lnTo>
                  <a:lnTo>
                    <a:pt x="261111" y="1945204"/>
                  </a:lnTo>
                  <a:lnTo>
                    <a:pt x="291595" y="1983891"/>
                  </a:lnTo>
                  <a:lnTo>
                    <a:pt x="324912" y="2021691"/>
                  </a:lnTo>
                  <a:lnTo>
                    <a:pt x="361274" y="2058559"/>
                  </a:lnTo>
                  <a:lnTo>
                    <a:pt x="400891" y="2094449"/>
                  </a:lnTo>
                  <a:lnTo>
                    <a:pt x="611703" y="2230629"/>
                  </a:lnTo>
                  <a:lnTo>
                    <a:pt x="887500" y="2369215"/>
                  </a:lnTo>
                  <a:lnTo>
                    <a:pt x="1127144" y="2476838"/>
                  </a:lnTo>
                  <a:lnTo>
                    <a:pt x="1229500" y="2520127"/>
                  </a:lnTo>
                  <a:lnTo>
                    <a:pt x="1332617" y="2475877"/>
                  </a:lnTo>
                  <a:lnTo>
                    <a:pt x="1574069" y="2364526"/>
                  </a:lnTo>
                  <a:lnTo>
                    <a:pt x="1852005" y="2218177"/>
                  </a:lnTo>
                  <a:lnTo>
                    <a:pt x="2064575" y="2068932"/>
                  </a:lnTo>
                  <a:lnTo>
                    <a:pt x="2104285" y="2028516"/>
                  </a:lnTo>
                  <a:lnTo>
                    <a:pt x="2140210" y="1987309"/>
                  </a:lnTo>
                  <a:lnTo>
                    <a:pt x="2172628" y="1945376"/>
                  </a:lnTo>
                  <a:lnTo>
                    <a:pt x="2201821" y="1902782"/>
                  </a:lnTo>
                  <a:lnTo>
                    <a:pt x="2228067" y="1859592"/>
                  </a:lnTo>
                  <a:lnTo>
                    <a:pt x="2251647" y="1815870"/>
                  </a:lnTo>
                  <a:lnTo>
                    <a:pt x="2272840" y="1771682"/>
                  </a:lnTo>
                  <a:lnTo>
                    <a:pt x="2291927" y="1727093"/>
                  </a:lnTo>
                  <a:lnTo>
                    <a:pt x="2309186" y="1682168"/>
                  </a:lnTo>
                  <a:lnTo>
                    <a:pt x="2324898" y="1636971"/>
                  </a:lnTo>
                  <a:lnTo>
                    <a:pt x="2339343" y="1591569"/>
                  </a:lnTo>
                  <a:lnTo>
                    <a:pt x="2352800" y="1546025"/>
                  </a:lnTo>
                  <a:lnTo>
                    <a:pt x="2365550" y="1500405"/>
                  </a:lnTo>
                  <a:lnTo>
                    <a:pt x="2377871" y="1454774"/>
                  </a:lnTo>
                  <a:lnTo>
                    <a:pt x="2423914" y="1133619"/>
                  </a:lnTo>
                  <a:lnTo>
                    <a:pt x="2430610" y="780762"/>
                  </a:lnTo>
                  <a:lnTo>
                    <a:pt x="2419113" y="495920"/>
                  </a:lnTo>
                  <a:lnTo>
                    <a:pt x="2410580" y="378814"/>
                  </a:lnTo>
                  <a:lnTo>
                    <a:pt x="1231472" y="0"/>
                  </a:lnTo>
                  <a:lnTo>
                    <a:pt x="18994" y="365503"/>
                  </a:lnTo>
                </a:path>
              </a:pathLst>
            </a:custGeom>
            <a:noFill/>
            <a:ln cap="flat" cmpd="sng" w="32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4472208" y="1756323"/>
              <a:ext cx="2200275" cy="2374900"/>
            </a:xfrm>
            <a:custGeom>
              <a:rect b="b" l="l" r="r" t="t"/>
              <a:pathLst>
                <a:path extrusionOk="0" h="2374900" w="2200275">
                  <a:moveTo>
                    <a:pt x="1112914" y="2374461"/>
                  </a:moveTo>
                  <a:lnTo>
                    <a:pt x="1020263" y="2333674"/>
                  </a:lnTo>
                  <a:lnTo>
                    <a:pt x="803343" y="2232272"/>
                  </a:lnTo>
                  <a:lnTo>
                    <a:pt x="553699" y="2101697"/>
                  </a:lnTo>
                  <a:lnTo>
                    <a:pt x="362877" y="1973388"/>
                  </a:lnTo>
                  <a:lnTo>
                    <a:pt x="324382" y="1936932"/>
                  </a:lnTo>
                  <a:lnTo>
                    <a:pt x="289288" y="1899413"/>
                  </a:lnTo>
                  <a:lnTo>
                    <a:pt x="257357" y="1860881"/>
                  </a:lnTo>
                  <a:lnTo>
                    <a:pt x="228347" y="1821392"/>
                  </a:lnTo>
                  <a:lnTo>
                    <a:pt x="202019" y="1780997"/>
                  </a:lnTo>
                  <a:lnTo>
                    <a:pt x="178134" y="1739748"/>
                  </a:lnTo>
                  <a:lnTo>
                    <a:pt x="156452" y="1697700"/>
                  </a:lnTo>
                  <a:lnTo>
                    <a:pt x="136733" y="1654905"/>
                  </a:lnTo>
                  <a:lnTo>
                    <a:pt x="118738" y="1611415"/>
                  </a:lnTo>
                  <a:lnTo>
                    <a:pt x="102226" y="1567283"/>
                  </a:lnTo>
                  <a:lnTo>
                    <a:pt x="86959" y="1522562"/>
                  </a:lnTo>
                  <a:lnTo>
                    <a:pt x="72697" y="1477305"/>
                  </a:lnTo>
                  <a:lnTo>
                    <a:pt x="59199" y="1431565"/>
                  </a:lnTo>
                  <a:lnTo>
                    <a:pt x="9665" y="1112004"/>
                  </a:lnTo>
                  <a:lnTo>
                    <a:pt x="0" y="754915"/>
                  </a:lnTo>
                  <a:lnTo>
                    <a:pt x="9433" y="464354"/>
                  </a:lnTo>
                  <a:lnTo>
                    <a:pt x="17193" y="344377"/>
                  </a:lnTo>
                  <a:lnTo>
                    <a:pt x="1114698" y="0"/>
                  </a:lnTo>
                  <a:lnTo>
                    <a:pt x="2181997" y="356919"/>
                  </a:lnTo>
                  <a:lnTo>
                    <a:pt x="2189722" y="467256"/>
                  </a:lnTo>
                  <a:lnTo>
                    <a:pt x="2200128" y="735634"/>
                  </a:lnTo>
                  <a:lnTo>
                    <a:pt x="2194068" y="1068095"/>
                  </a:lnTo>
                  <a:lnTo>
                    <a:pt x="2152391" y="1370687"/>
                  </a:lnTo>
                  <a:lnTo>
                    <a:pt x="2140367" y="1416988"/>
                  </a:lnTo>
                  <a:lnTo>
                    <a:pt x="2127871" y="1463271"/>
                  </a:lnTo>
                  <a:lnTo>
                    <a:pt x="2114587" y="1509461"/>
                  </a:lnTo>
                  <a:lnTo>
                    <a:pt x="2100199" y="1555479"/>
                  </a:lnTo>
                  <a:lnTo>
                    <a:pt x="2084390" y="1601251"/>
                  </a:lnTo>
                  <a:lnTo>
                    <a:pt x="2066843" y="1646699"/>
                  </a:lnTo>
                  <a:lnTo>
                    <a:pt x="2047243" y="1691746"/>
                  </a:lnTo>
                  <a:lnTo>
                    <a:pt x="2025273" y="1736318"/>
                  </a:lnTo>
                  <a:lnTo>
                    <a:pt x="2000617" y="1780336"/>
                  </a:lnTo>
                  <a:lnTo>
                    <a:pt x="1972958" y="1823724"/>
                  </a:lnTo>
                  <a:lnTo>
                    <a:pt x="1941980" y="1866406"/>
                  </a:lnTo>
                  <a:lnTo>
                    <a:pt x="1907367" y="1908306"/>
                  </a:lnTo>
                  <a:lnTo>
                    <a:pt x="1868803" y="1949346"/>
                  </a:lnTo>
                  <a:lnTo>
                    <a:pt x="1676390" y="2089965"/>
                  </a:lnTo>
                  <a:lnTo>
                    <a:pt x="1424809" y="2227854"/>
                  </a:lnTo>
                  <a:lnTo>
                    <a:pt x="1206253" y="2332769"/>
                  </a:lnTo>
                  <a:lnTo>
                    <a:pt x="1112914" y="2374461"/>
                  </a:lnTo>
                  <a:close/>
                </a:path>
              </a:pathLst>
            </a:custGeom>
            <a:solidFill>
              <a:srgbClr val="8629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4472208" y="1756323"/>
              <a:ext cx="2200275" cy="2374900"/>
            </a:xfrm>
            <a:custGeom>
              <a:rect b="b" l="l" r="r" t="t"/>
              <a:pathLst>
                <a:path extrusionOk="0" h="2374900" w="2200275">
                  <a:moveTo>
                    <a:pt x="17193" y="344377"/>
                  </a:moveTo>
                  <a:lnTo>
                    <a:pt x="9433" y="464354"/>
                  </a:lnTo>
                  <a:lnTo>
                    <a:pt x="0" y="754915"/>
                  </a:lnTo>
                  <a:lnTo>
                    <a:pt x="9665" y="1112004"/>
                  </a:lnTo>
                  <a:lnTo>
                    <a:pt x="59199" y="1431565"/>
                  </a:lnTo>
                  <a:lnTo>
                    <a:pt x="72697" y="1477305"/>
                  </a:lnTo>
                  <a:lnTo>
                    <a:pt x="86959" y="1522562"/>
                  </a:lnTo>
                  <a:lnTo>
                    <a:pt x="102226" y="1567283"/>
                  </a:lnTo>
                  <a:lnTo>
                    <a:pt x="118738" y="1611415"/>
                  </a:lnTo>
                  <a:lnTo>
                    <a:pt x="136733" y="1654905"/>
                  </a:lnTo>
                  <a:lnTo>
                    <a:pt x="156452" y="1697700"/>
                  </a:lnTo>
                  <a:lnTo>
                    <a:pt x="178134" y="1739748"/>
                  </a:lnTo>
                  <a:lnTo>
                    <a:pt x="202019" y="1780997"/>
                  </a:lnTo>
                  <a:lnTo>
                    <a:pt x="228347" y="1821392"/>
                  </a:lnTo>
                  <a:lnTo>
                    <a:pt x="257357" y="1860881"/>
                  </a:lnTo>
                  <a:lnTo>
                    <a:pt x="289288" y="1899413"/>
                  </a:lnTo>
                  <a:lnTo>
                    <a:pt x="324382" y="1936932"/>
                  </a:lnTo>
                  <a:lnTo>
                    <a:pt x="362877" y="1973388"/>
                  </a:lnTo>
                  <a:lnTo>
                    <a:pt x="553699" y="2101697"/>
                  </a:lnTo>
                  <a:lnTo>
                    <a:pt x="803343" y="2232272"/>
                  </a:lnTo>
                  <a:lnTo>
                    <a:pt x="1020263" y="2333674"/>
                  </a:lnTo>
                  <a:lnTo>
                    <a:pt x="1112914" y="2374461"/>
                  </a:lnTo>
                  <a:lnTo>
                    <a:pt x="1206253" y="2332769"/>
                  </a:lnTo>
                  <a:lnTo>
                    <a:pt x="1424809" y="2227854"/>
                  </a:lnTo>
                  <a:lnTo>
                    <a:pt x="1676390" y="2089965"/>
                  </a:lnTo>
                  <a:lnTo>
                    <a:pt x="1868803" y="1949346"/>
                  </a:lnTo>
                  <a:lnTo>
                    <a:pt x="1907367" y="1908306"/>
                  </a:lnTo>
                  <a:lnTo>
                    <a:pt x="1941980" y="1866406"/>
                  </a:lnTo>
                  <a:lnTo>
                    <a:pt x="1972958" y="1823724"/>
                  </a:lnTo>
                  <a:lnTo>
                    <a:pt x="2000617" y="1780336"/>
                  </a:lnTo>
                  <a:lnTo>
                    <a:pt x="2025273" y="1736318"/>
                  </a:lnTo>
                  <a:lnTo>
                    <a:pt x="2047243" y="1691746"/>
                  </a:lnTo>
                  <a:lnTo>
                    <a:pt x="2066843" y="1646699"/>
                  </a:lnTo>
                  <a:lnTo>
                    <a:pt x="2084390" y="1601251"/>
                  </a:lnTo>
                  <a:lnTo>
                    <a:pt x="2100199" y="1555479"/>
                  </a:lnTo>
                  <a:lnTo>
                    <a:pt x="2114587" y="1509461"/>
                  </a:lnTo>
                  <a:lnTo>
                    <a:pt x="2127871" y="1463271"/>
                  </a:lnTo>
                  <a:lnTo>
                    <a:pt x="2140367" y="1416988"/>
                  </a:lnTo>
                  <a:lnTo>
                    <a:pt x="2152391" y="1370687"/>
                  </a:lnTo>
                  <a:lnTo>
                    <a:pt x="2194068" y="1068095"/>
                  </a:lnTo>
                  <a:lnTo>
                    <a:pt x="2200128" y="735634"/>
                  </a:lnTo>
                  <a:lnTo>
                    <a:pt x="2189722" y="467256"/>
                  </a:lnTo>
                  <a:lnTo>
                    <a:pt x="2181997" y="356919"/>
                  </a:lnTo>
                  <a:lnTo>
                    <a:pt x="1114698" y="0"/>
                  </a:lnTo>
                  <a:lnTo>
                    <a:pt x="17193" y="344377"/>
                  </a:lnTo>
                </a:path>
              </a:pathLst>
            </a:custGeom>
            <a:noFill/>
            <a:ln cap="flat" cmpd="sng" w="296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9" name="Google Shape;259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38343" y="3569207"/>
              <a:ext cx="1078991" cy="323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96262" y="1421499"/>
              <a:ext cx="2048505" cy="1538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85943" y="1904999"/>
              <a:ext cx="234695" cy="176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55463" y="1883663"/>
              <a:ext cx="277367" cy="173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33"/>
            <p:cNvSpPr/>
            <p:nvPr/>
          </p:nvSpPr>
          <p:spPr>
            <a:xfrm>
              <a:off x="4890883" y="1951864"/>
              <a:ext cx="185420" cy="121920"/>
            </a:xfrm>
            <a:custGeom>
              <a:rect b="b" l="l" r="r" t="t"/>
              <a:pathLst>
                <a:path extrusionOk="0" h="121919" w="185420">
                  <a:moveTo>
                    <a:pt x="173524" y="121697"/>
                  </a:moveTo>
                  <a:lnTo>
                    <a:pt x="0" y="8113"/>
                  </a:lnTo>
                  <a:lnTo>
                    <a:pt x="4993" y="0"/>
                  </a:lnTo>
                  <a:lnTo>
                    <a:pt x="185384" y="119200"/>
                  </a:lnTo>
                  <a:lnTo>
                    <a:pt x="173524" y="121697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4" name="Google Shape;264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11039" y="1789175"/>
              <a:ext cx="545591" cy="292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27969" y="1789602"/>
              <a:ext cx="109857" cy="1500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33"/>
            <p:cNvSpPr/>
            <p:nvPr/>
          </p:nvSpPr>
          <p:spPr>
            <a:xfrm>
              <a:off x="6114418" y="2548070"/>
              <a:ext cx="405765" cy="341630"/>
            </a:xfrm>
            <a:custGeom>
              <a:rect b="b" l="l" r="r" t="t"/>
              <a:pathLst>
                <a:path extrusionOk="0" h="341630" w="405765">
                  <a:moveTo>
                    <a:pt x="272109" y="341314"/>
                  </a:moveTo>
                  <a:lnTo>
                    <a:pt x="232227" y="330240"/>
                  </a:lnTo>
                  <a:lnTo>
                    <a:pt x="200605" y="304083"/>
                  </a:lnTo>
                  <a:lnTo>
                    <a:pt x="176976" y="268532"/>
                  </a:lnTo>
                  <a:lnTo>
                    <a:pt x="165544" y="223719"/>
                  </a:lnTo>
                  <a:lnTo>
                    <a:pt x="155423" y="203772"/>
                  </a:lnTo>
                  <a:lnTo>
                    <a:pt x="126636" y="176628"/>
                  </a:lnTo>
                  <a:lnTo>
                    <a:pt x="125458" y="175612"/>
                  </a:lnTo>
                  <a:lnTo>
                    <a:pt x="90332" y="153912"/>
                  </a:lnTo>
                  <a:lnTo>
                    <a:pt x="53677" y="133154"/>
                  </a:lnTo>
                  <a:lnTo>
                    <a:pt x="20305" y="108552"/>
                  </a:lnTo>
                  <a:lnTo>
                    <a:pt x="0" y="0"/>
                  </a:lnTo>
                  <a:lnTo>
                    <a:pt x="883" y="0"/>
                  </a:lnTo>
                  <a:lnTo>
                    <a:pt x="112991" y="79430"/>
                  </a:lnTo>
                  <a:lnTo>
                    <a:pt x="174782" y="168576"/>
                  </a:lnTo>
                  <a:lnTo>
                    <a:pt x="252778" y="168576"/>
                  </a:lnTo>
                  <a:lnTo>
                    <a:pt x="251160" y="175612"/>
                  </a:lnTo>
                  <a:lnTo>
                    <a:pt x="237940" y="175612"/>
                  </a:lnTo>
                  <a:lnTo>
                    <a:pt x="239739" y="186863"/>
                  </a:lnTo>
                  <a:lnTo>
                    <a:pt x="225821" y="186863"/>
                  </a:lnTo>
                  <a:lnTo>
                    <a:pt x="234995" y="197131"/>
                  </a:lnTo>
                  <a:lnTo>
                    <a:pt x="236405" y="197131"/>
                  </a:lnTo>
                  <a:lnTo>
                    <a:pt x="218775" y="198526"/>
                  </a:lnTo>
                  <a:lnTo>
                    <a:pt x="228720" y="207255"/>
                  </a:lnTo>
                  <a:lnTo>
                    <a:pt x="211981" y="207684"/>
                  </a:lnTo>
                  <a:lnTo>
                    <a:pt x="227489" y="215247"/>
                  </a:lnTo>
                  <a:lnTo>
                    <a:pt x="212336" y="217473"/>
                  </a:lnTo>
                  <a:lnTo>
                    <a:pt x="226115" y="223719"/>
                  </a:lnTo>
                  <a:lnTo>
                    <a:pt x="227137" y="223719"/>
                  </a:lnTo>
                  <a:lnTo>
                    <a:pt x="212754" y="228737"/>
                  </a:lnTo>
                  <a:lnTo>
                    <a:pt x="226811" y="231114"/>
                  </a:lnTo>
                  <a:lnTo>
                    <a:pt x="227179" y="231114"/>
                  </a:lnTo>
                  <a:lnTo>
                    <a:pt x="214772" y="235810"/>
                  </a:lnTo>
                  <a:lnTo>
                    <a:pt x="229585" y="238192"/>
                  </a:lnTo>
                  <a:lnTo>
                    <a:pt x="218601" y="245530"/>
                  </a:lnTo>
                  <a:lnTo>
                    <a:pt x="233688" y="246791"/>
                  </a:lnTo>
                  <a:lnTo>
                    <a:pt x="222848" y="256037"/>
                  </a:lnTo>
                  <a:lnTo>
                    <a:pt x="238598" y="256572"/>
                  </a:lnTo>
                  <a:lnTo>
                    <a:pt x="227884" y="267134"/>
                  </a:lnTo>
                  <a:lnTo>
                    <a:pt x="241174" y="267134"/>
                  </a:lnTo>
                  <a:lnTo>
                    <a:pt x="237320" y="275031"/>
                  </a:lnTo>
                  <a:lnTo>
                    <a:pt x="246993" y="275031"/>
                  </a:lnTo>
                  <a:lnTo>
                    <a:pt x="244304" y="281062"/>
                  </a:lnTo>
                  <a:lnTo>
                    <a:pt x="256858" y="281062"/>
                  </a:lnTo>
                  <a:lnTo>
                    <a:pt x="256622" y="284114"/>
                  </a:lnTo>
                  <a:lnTo>
                    <a:pt x="256505" y="285636"/>
                  </a:lnTo>
                  <a:lnTo>
                    <a:pt x="269090" y="285636"/>
                  </a:lnTo>
                  <a:lnTo>
                    <a:pt x="269559" y="290271"/>
                  </a:lnTo>
                  <a:lnTo>
                    <a:pt x="285033" y="290271"/>
                  </a:lnTo>
                  <a:lnTo>
                    <a:pt x="285941" y="291969"/>
                  </a:lnTo>
                  <a:lnTo>
                    <a:pt x="380557" y="291969"/>
                  </a:lnTo>
                  <a:lnTo>
                    <a:pt x="336144" y="327102"/>
                  </a:lnTo>
                  <a:lnTo>
                    <a:pt x="294145" y="340176"/>
                  </a:lnTo>
                  <a:lnTo>
                    <a:pt x="272109" y="341314"/>
                  </a:lnTo>
                  <a:close/>
                </a:path>
                <a:path extrusionOk="0" h="341630" w="405765">
                  <a:moveTo>
                    <a:pt x="252778" y="168576"/>
                  </a:moveTo>
                  <a:lnTo>
                    <a:pt x="174782" y="168576"/>
                  </a:lnTo>
                  <a:lnTo>
                    <a:pt x="176499" y="165438"/>
                  </a:lnTo>
                  <a:lnTo>
                    <a:pt x="204519" y="132646"/>
                  </a:lnTo>
                  <a:lnTo>
                    <a:pt x="251987" y="111607"/>
                  </a:lnTo>
                  <a:lnTo>
                    <a:pt x="289531" y="103259"/>
                  </a:lnTo>
                  <a:lnTo>
                    <a:pt x="304158" y="105303"/>
                  </a:lnTo>
                  <a:lnTo>
                    <a:pt x="345121" y="123293"/>
                  </a:lnTo>
                  <a:lnTo>
                    <a:pt x="378149" y="150896"/>
                  </a:lnTo>
                  <a:lnTo>
                    <a:pt x="382339" y="156567"/>
                  </a:lnTo>
                  <a:lnTo>
                    <a:pt x="285803" y="156567"/>
                  </a:lnTo>
                  <a:lnTo>
                    <a:pt x="284969" y="158089"/>
                  </a:lnTo>
                  <a:lnTo>
                    <a:pt x="270610" y="158089"/>
                  </a:lnTo>
                  <a:lnTo>
                    <a:pt x="270891" y="158419"/>
                  </a:lnTo>
                  <a:lnTo>
                    <a:pt x="266939" y="165228"/>
                  </a:lnTo>
                  <a:lnTo>
                    <a:pt x="253187" y="165228"/>
                  </a:lnTo>
                  <a:lnTo>
                    <a:pt x="253499" y="165438"/>
                  </a:lnTo>
                  <a:lnTo>
                    <a:pt x="252832" y="168340"/>
                  </a:lnTo>
                  <a:lnTo>
                    <a:pt x="252778" y="168576"/>
                  </a:lnTo>
                  <a:close/>
                </a:path>
                <a:path extrusionOk="0" h="341630" w="405765">
                  <a:moveTo>
                    <a:pt x="292697" y="168979"/>
                  </a:moveTo>
                  <a:lnTo>
                    <a:pt x="292419" y="168576"/>
                  </a:lnTo>
                  <a:lnTo>
                    <a:pt x="285803" y="156567"/>
                  </a:lnTo>
                  <a:lnTo>
                    <a:pt x="382339" y="156567"/>
                  </a:lnTo>
                  <a:lnTo>
                    <a:pt x="382589" y="156905"/>
                  </a:lnTo>
                  <a:lnTo>
                    <a:pt x="300984" y="156905"/>
                  </a:lnTo>
                  <a:lnTo>
                    <a:pt x="292697" y="168979"/>
                  </a:lnTo>
                  <a:close/>
                </a:path>
                <a:path extrusionOk="0" h="341630" w="405765">
                  <a:moveTo>
                    <a:pt x="304352" y="171841"/>
                  </a:moveTo>
                  <a:lnTo>
                    <a:pt x="301072" y="157294"/>
                  </a:lnTo>
                  <a:lnTo>
                    <a:pt x="300984" y="156905"/>
                  </a:lnTo>
                  <a:lnTo>
                    <a:pt x="382589" y="156905"/>
                  </a:lnTo>
                  <a:lnTo>
                    <a:pt x="385684" y="161093"/>
                  </a:lnTo>
                  <a:lnTo>
                    <a:pt x="314634" y="161093"/>
                  </a:lnTo>
                  <a:lnTo>
                    <a:pt x="304352" y="171841"/>
                  </a:lnTo>
                  <a:close/>
                </a:path>
                <a:path extrusionOk="0" h="341630" w="405765">
                  <a:moveTo>
                    <a:pt x="270891" y="158419"/>
                  </a:moveTo>
                  <a:lnTo>
                    <a:pt x="270610" y="158089"/>
                  </a:lnTo>
                  <a:lnTo>
                    <a:pt x="271083" y="158089"/>
                  </a:lnTo>
                  <a:lnTo>
                    <a:pt x="270891" y="158419"/>
                  </a:lnTo>
                  <a:close/>
                </a:path>
                <a:path extrusionOk="0" h="341630" w="405765">
                  <a:moveTo>
                    <a:pt x="279358" y="168340"/>
                  </a:moveTo>
                  <a:lnTo>
                    <a:pt x="270891" y="158419"/>
                  </a:lnTo>
                  <a:lnTo>
                    <a:pt x="271083" y="158089"/>
                  </a:lnTo>
                  <a:lnTo>
                    <a:pt x="284969" y="158089"/>
                  </a:lnTo>
                  <a:lnTo>
                    <a:pt x="279358" y="168340"/>
                  </a:lnTo>
                  <a:close/>
                </a:path>
                <a:path extrusionOk="0" h="341630" w="405765">
                  <a:moveTo>
                    <a:pt x="315264" y="176628"/>
                  </a:moveTo>
                  <a:lnTo>
                    <a:pt x="315070" y="171841"/>
                  </a:lnTo>
                  <a:lnTo>
                    <a:pt x="314954" y="168979"/>
                  </a:lnTo>
                  <a:lnTo>
                    <a:pt x="314928" y="168340"/>
                  </a:lnTo>
                  <a:lnTo>
                    <a:pt x="314810" y="165438"/>
                  </a:lnTo>
                  <a:lnTo>
                    <a:pt x="314686" y="162387"/>
                  </a:lnTo>
                  <a:lnTo>
                    <a:pt x="314634" y="161093"/>
                  </a:lnTo>
                  <a:lnTo>
                    <a:pt x="385684" y="161093"/>
                  </a:lnTo>
                  <a:lnTo>
                    <a:pt x="386640" y="162387"/>
                  </a:lnTo>
                  <a:lnTo>
                    <a:pt x="390158" y="168979"/>
                  </a:lnTo>
                  <a:lnTo>
                    <a:pt x="327318" y="168979"/>
                  </a:lnTo>
                  <a:lnTo>
                    <a:pt x="315264" y="176628"/>
                  </a:lnTo>
                  <a:close/>
                </a:path>
                <a:path extrusionOk="0" h="341630" w="405765">
                  <a:moveTo>
                    <a:pt x="253499" y="165438"/>
                  </a:moveTo>
                  <a:lnTo>
                    <a:pt x="253187" y="165228"/>
                  </a:lnTo>
                  <a:lnTo>
                    <a:pt x="253548" y="165228"/>
                  </a:lnTo>
                  <a:lnTo>
                    <a:pt x="253499" y="165438"/>
                  </a:lnTo>
                  <a:close/>
                </a:path>
                <a:path extrusionOk="0" h="341630" w="405765">
                  <a:moveTo>
                    <a:pt x="263100" y="171841"/>
                  </a:moveTo>
                  <a:lnTo>
                    <a:pt x="258758" y="168979"/>
                  </a:lnTo>
                  <a:lnTo>
                    <a:pt x="253499" y="165438"/>
                  </a:lnTo>
                  <a:lnTo>
                    <a:pt x="253548" y="165228"/>
                  </a:lnTo>
                  <a:lnTo>
                    <a:pt x="266939" y="165228"/>
                  </a:lnTo>
                  <a:lnTo>
                    <a:pt x="263100" y="171841"/>
                  </a:lnTo>
                  <a:close/>
                </a:path>
                <a:path extrusionOk="0" h="341630" w="405765">
                  <a:moveTo>
                    <a:pt x="394860" y="178671"/>
                  </a:moveTo>
                  <a:lnTo>
                    <a:pt x="325192" y="178671"/>
                  </a:lnTo>
                  <a:lnTo>
                    <a:pt x="327318" y="168979"/>
                  </a:lnTo>
                  <a:lnTo>
                    <a:pt x="390158" y="168979"/>
                  </a:lnTo>
                  <a:lnTo>
                    <a:pt x="393697" y="175612"/>
                  </a:lnTo>
                  <a:lnTo>
                    <a:pt x="394860" y="178671"/>
                  </a:lnTo>
                  <a:close/>
                </a:path>
                <a:path extrusionOk="0" h="341630" w="405765">
                  <a:moveTo>
                    <a:pt x="250645" y="177850"/>
                  </a:moveTo>
                  <a:lnTo>
                    <a:pt x="237940" y="175612"/>
                  </a:lnTo>
                  <a:lnTo>
                    <a:pt x="251160" y="175612"/>
                  </a:lnTo>
                  <a:lnTo>
                    <a:pt x="250645" y="177850"/>
                  </a:lnTo>
                  <a:close/>
                </a:path>
                <a:path extrusionOk="0" h="341630" w="405765">
                  <a:moveTo>
                    <a:pt x="335626" y="183858"/>
                  </a:moveTo>
                  <a:lnTo>
                    <a:pt x="324055" y="183858"/>
                  </a:lnTo>
                  <a:lnTo>
                    <a:pt x="337465" y="178671"/>
                  </a:lnTo>
                  <a:lnTo>
                    <a:pt x="335626" y="183858"/>
                  </a:lnTo>
                  <a:close/>
                </a:path>
                <a:path extrusionOk="0" h="341630" w="405765">
                  <a:moveTo>
                    <a:pt x="332686" y="192152"/>
                  </a:moveTo>
                  <a:lnTo>
                    <a:pt x="335626" y="183858"/>
                  </a:lnTo>
                  <a:lnTo>
                    <a:pt x="396805" y="183858"/>
                  </a:lnTo>
                  <a:lnTo>
                    <a:pt x="398514" y="188416"/>
                  </a:lnTo>
                  <a:lnTo>
                    <a:pt x="346488" y="188416"/>
                  </a:lnTo>
                  <a:lnTo>
                    <a:pt x="332686" y="192152"/>
                  </a:lnTo>
                  <a:close/>
                </a:path>
                <a:path extrusionOk="0" h="341630" w="405765">
                  <a:moveTo>
                    <a:pt x="337279" y="202274"/>
                  </a:moveTo>
                  <a:lnTo>
                    <a:pt x="346488" y="188416"/>
                  </a:lnTo>
                  <a:lnTo>
                    <a:pt x="398514" y="188416"/>
                  </a:lnTo>
                  <a:lnTo>
                    <a:pt x="399093" y="189962"/>
                  </a:lnTo>
                  <a:lnTo>
                    <a:pt x="401993" y="201492"/>
                  </a:lnTo>
                  <a:lnTo>
                    <a:pt x="351437" y="201492"/>
                  </a:lnTo>
                  <a:lnTo>
                    <a:pt x="337279" y="202274"/>
                  </a:lnTo>
                  <a:close/>
                </a:path>
                <a:path extrusionOk="0" h="341630" w="405765">
                  <a:moveTo>
                    <a:pt x="403912" y="252918"/>
                  </a:moveTo>
                  <a:lnTo>
                    <a:pt x="350074" y="252918"/>
                  </a:lnTo>
                  <a:lnTo>
                    <a:pt x="338484" y="242180"/>
                  </a:lnTo>
                  <a:lnTo>
                    <a:pt x="355262" y="236433"/>
                  </a:lnTo>
                  <a:lnTo>
                    <a:pt x="341024" y="231114"/>
                  </a:lnTo>
                  <a:lnTo>
                    <a:pt x="357211" y="225866"/>
                  </a:lnTo>
                  <a:lnTo>
                    <a:pt x="342381" y="222644"/>
                  </a:lnTo>
                  <a:lnTo>
                    <a:pt x="357137" y="214219"/>
                  </a:lnTo>
                  <a:lnTo>
                    <a:pt x="340861" y="211933"/>
                  </a:lnTo>
                  <a:lnTo>
                    <a:pt x="351437" y="201492"/>
                  </a:lnTo>
                  <a:lnTo>
                    <a:pt x="401993" y="201492"/>
                  </a:lnTo>
                  <a:lnTo>
                    <a:pt x="402818" y="204772"/>
                  </a:lnTo>
                  <a:lnTo>
                    <a:pt x="405076" y="219780"/>
                  </a:lnTo>
                  <a:lnTo>
                    <a:pt x="405530" y="225866"/>
                  </a:lnTo>
                  <a:lnTo>
                    <a:pt x="405639" y="242180"/>
                  </a:lnTo>
                  <a:lnTo>
                    <a:pt x="404200" y="252079"/>
                  </a:lnTo>
                  <a:lnTo>
                    <a:pt x="403912" y="252918"/>
                  </a:lnTo>
                  <a:close/>
                </a:path>
                <a:path extrusionOk="0" h="341630" w="405765">
                  <a:moveTo>
                    <a:pt x="398975" y="265133"/>
                  </a:moveTo>
                  <a:lnTo>
                    <a:pt x="344291" y="265133"/>
                  </a:lnTo>
                  <a:lnTo>
                    <a:pt x="332505" y="252523"/>
                  </a:lnTo>
                  <a:lnTo>
                    <a:pt x="350074" y="252918"/>
                  </a:lnTo>
                  <a:lnTo>
                    <a:pt x="403912" y="252918"/>
                  </a:lnTo>
                  <a:lnTo>
                    <a:pt x="400755" y="262120"/>
                  </a:lnTo>
                  <a:lnTo>
                    <a:pt x="398975" y="265133"/>
                  </a:lnTo>
                  <a:close/>
                </a:path>
                <a:path extrusionOk="0" h="341630" w="405765">
                  <a:moveTo>
                    <a:pt x="392181" y="276637"/>
                  </a:moveTo>
                  <a:lnTo>
                    <a:pt x="334176" y="276637"/>
                  </a:lnTo>
                  <a:lnTo>
                    <a:pt x="326496" y="260807"/>
                  </a:lnTo>
                  <a:lnTo>
                    <a:pt x="344291" y="265133"/>
                  </a:lnTo>
                  <a:lnTo>
                    <a:pt x="398975" y="265133"/>
                  </a:lnTo>
                  <a:lnTo>
                    <a:pt x="392181" y="276637"/>
                  </a:lnTo>
                  <a:close/>
                </a:path>
                <a:path extrusionOk="0" h="341630" w="405765">
                  <a:moveTo>
                    <a:pt x="241174" y="267134"/>
                  </a:moveTo>
                  <a:lnTo>
                    <a:pt x="227884" y="267134"/>
                  </a:lnTo>
                  <a:lnTo>
                    <a:pt x="243843" y="262120"/>
                  </a:lnTo>
                  <a:lnTo>
                    <a:pt x="243621" y="262120"/>
                  </a:lnTo>
                  <a:lnTo>
                    <a:pt x="241174" y="267134"/>
                  </a:lnTo>
                  <a:close/>
                </a:path>
                <a:path extrusionOk="0" h="341630" w="405765">
                  <a:moveTo>
                    <a:pt x="246993" y="275031"/>
                  </a:moveTo>
                  <a:lnTo>
                    <a:pt x="237320" y="275031"/>
                  </a:lnTo>
                  <a:lnTo>
                    <a:pt x="250348" y="267503"/>
                  </a:lnTo>
                  <a:lnTo>
                    <a:pt x="246993" y="275031"/>
                  </a:lnTo>
                  <a:close/>
                </a:path>
                <a:path extrusionOk="0" h="341630" w="405765">
                  <a:moveTo>
                    <a:pt x="387224" y="284114"/>
                  </a:moveTo>
                  <a:lnTo>
                    <a:pt x="321309" y="284114"/>
                  </a:lnTo>
                  <a:lnTo>
                    <a:pt x="317836" y="267885"/>
                  </a:lnTo>
                  <a:lnTo>
                    <a:pt x="333944" y="276637"/>
                  </a:lnTo>
                  <a:lnTo>
                    <a:pt x="392181" y="276637"/>
                  </a:lnTo>
                  <a:lnTo>
                    <a:pt x="388999" y="282022"/>
                  </a:lnTo>
                  <a:lnTo>
                    <a:pt x="387224" y="284114"/>
                  </a:lnTo>
                  <a:close/>
                </a:path>
                <a:path extrusionOk="0" h="341630" w="405765">
                  <a:moveTo>
                    <a:pt x="256858" y="281062"/>
                  </a:moveTo>
                  <a:lnTo>
                    <a:pt x="244304" y="281062"/>
                  </a:lnTo>
                  <a:lnTo>
                    <a:pt x="257605" y="271406"/>
                  </a:lnTo>
                  <a:lnTo>
                    <a:pt x="256858" y="281062"/>
                  </a:lnTo>
                  <a:close/>
                </a:path>
                <a:path extrusionOk="0" h="341630" w="405765">
                  <a:moveTo>
                    <a:pt x="383614" y="288368"/>
                  </a:moveTo>
                  <a:lnTo>
                    <a:pt x="309828" y="288368"/>
                  </a:lnTo>
                  <a:lnTo>
                    <a:pt x="308383" y="272695"/>
                  </a:lnTo>
                  <a:lnTo>
                    <a:pt x="321309" y="284114"/>
                  </a:lnTo>
                  <a:lnTo>
                    <a:pt x="387224" y="284114"/>
                  </a:lnTo>
                  <a:lnTo>
                    <a:pt x="383614" y="288368"/>
                  </a:lnTo>
                  <a:close/>
                </a:path>
                <a:path extrusionOk="0" h="341630" w="405765">
                  <a:moveTo>
                    <a:pt x="269090" y="285636"/>
                  </a:moveTo>
                  <a:lnTo>
                    <a:pt x="256505" y="285636"/>
                  </a:lnTo>
                  <a:lnTo>
                    <a:pt x="268076" y="275630"/>
                  </a:lnTo>
                  <a:lnTo>
                    <a:pt x="269090" y="285636"/>
                  </a:lnTo>
                  <a:close/>
                </a:path>
                <a:path extrusionOk="0" h="341630" w="405765">
                  <a:moveTo>
                    <a:pt x="380820" y="291659"/>
                  </a:moveTo>
                  <a:lnTo>
                    <a:pt x="298196" y="291659"/>
                  </a:lnTo>
                  <a:lnTo>
                    <a:pt x="298299" y="288368"/>
                  </a:lnTo>
                  <a:lnTo>
                    <a:pt x="298386" y="285636"/>
                  </a:lnTo>
                  <a:lnTo>
                    <a:pt x="298500" y="282022"/>
                  </a:lnTo>
                  <a:lnTo>
                    <a:pt x="298611" y="278496"/>
                  </a:lnTo>
                  <a:lnTo>
                    <a:pt x="298670" y="276637"/>
                  </a:lnTo>
                  <a:lnTo>
                    <a:pt x="309828" y="288368"/>
                  </a:lnTo>
                  <a:lnTo>
                    <a:pt x="383614" y="288368"/>
                  </a:lnTo>
                  <a:lnTo>
                    <a:pt x="380820" y="291659"/>
                  </a:lnTo>
                  <a:close/>
                </a:path>
                <a:path extrusionOk="0" h="341630" w="405765">
                  <a:moveTo>
                    <a:pt x="285033" y="290271"/>
                  </a:moveTo>
                  <a:lnTo>
                    <a:pt x="269559" y="290271"/>
                  </a:lnTo>
                  <a:lnTo>
                    <a:pt x="278607" y="278265"/>
                  </a:lnTo>
                  <a:lnTo>
                    <a:pt x="285033" y="290271"/>
                  </a:lnTo>
                  <a:close/>
                </a:path>
                <a:path extrusionOk="0" h="341630" w="405765">
                  <a:moveTo>
                    <a:pt x="380557" y="291969"/>
                  </a:moveTo>
                  <a:lnTo>
                    <a:pt x="285941" y="291969"/>
                  </a:lnTo>
                  <a:lnTo>
                    <a:pt x="288632" y="278496"/>
                  </a:lnTo>
                  <a:lnTo>
                    <a:pt x="298196" y="291659"/>
                  </a:lnTo>
                  <a:lnTo>
                    <a:pt x="380820" y="291659"/>
                  </a:lnTo>
                  <a:lnTo>
                    <a:pt x="380557" y="291969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7" name="Google Shape;267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99047" y="2511551"/>
              <a:ext cx="408431" cy="2225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33"/>
            <p:cNvSpPr/>
            <p:nvPr/>
          </p:nvSpPr>
          <p:spPr>
            <a:xfrm>
              <a:off x="4496364" y="1602231"/>
              <a:ext cx="2048510" cy="1314450"/>
            </a:xfrm>
            <a:custGeom>
              <a:rect b="b" l="l" r="r" t="t"/>
              <a:pathLst>
                <a:path extrusionOk="0" h="1314450" w="2048509">
                  <a:moveTo>
                    <a:pt x="1603062" y="244168"/>
                  </a:moveTo>
                  <a:lnTo>
                    <a:pt x="1902752" y="244168"/>
                  </a:lnTo>
                  <a:lnTo>
                    <a:pt x="1895755" y="239607"/>
                  </a:lnTo>
                  <a:lnTo>
                    <a:pt x="1879342" y="228014"/>
                  </a:lnTo>
                  <a:lnTo>
                    <a:pt x="1845752" y="196277"/>
                  </a:lnTo>
                  <a:lnTo>
                    <a:pt x="1829078" y="149651"/>
                  </a:lnTo>
                  <a:lnTo>
                    <a:pt x="1823309" y="119722"/>
                  </a:lnTo>
                  <a:lnTo>
                    <a:pt x="1829815" y="114202"/>
                  </a:lnTo>
                  <a:lnTo>
                    <a:pt x="1865671" y="84964"/>
                  </a:lnTo>
                  <a:lnTo>
                    <a:pt x="1905633" y="57696"/>
                  </a:lnTo>
                  <a:lnTo>
                    <a:pt x="1949840" y="32563"/>
                  </a:lnTo>
                  <a:lnTo>
                    <a:pt x="1958364" y="27935"/>
                  </a:lnTo>
                  <a:lnTo>
                    <a:pt x="1950688" y="24127"/>
                  </a:lnTo>
                  <a:lnTo>
                    <a:pt x="1932490" y="15783"/>
                  </a:lnTo>
                  <a:lnTo>
                    <a:pt x="1909796" y="6898"/>
                  </a:lnTo>
                  <a:lnTo>
                    <a:pt x="1888637" y="1466"/>
                  </a:lnTo>
                  <a:lnTo>
                    <a:pt x="1881173" y="502"/>
                  </a:lnTo>
                  <a:lnTo>
                    <a:pt x="1880700" y="502"/>
                  </a:lnTo>
                  <a:lnTo>
                    <a:pt x="1873565" y="0"/>
                  </a:lnTo>
                  <a:lnTo>
                    <a:pt x="1867765" y="0"/>
                  </a:lnTo>
                  <a:lnTo>
                    <a:pt x="1851867" y="502"/>
                  </a:lnTo>
                  <a:lnTo>
                    <a:pt x="1805655" y="10287"/>
                  </a:lnTo>
                  <a:lnTo>
                    <a:pt x="1746517" y="39216"/>
                  </a:lnTo>
                  <a:lnTo>
                    <a:pt x="1697957" y="82667"/>
                  </a:lnTo>
                  <a:lnTo>
                    <a:pt x="1682179" y="120445"/>
                  </a:lnTo>
                  <a:lnTo>
                    <a:pt x="1677157" y="140955"/>
                  </a:lnTo>
                  <a:lnTo>
                    <a:pt x="1670196" y="160564"/>
                  </a:lnTo>
                  <a:lnTo>
                    <a:pt x="1658516" y="182021"/>
                  </a:lnTo>
                  <a:lnTo>
                    <a:pt x="1644340" y="205050"/>
                  </a:lnTo>
                  <a:lnTo>
                    <a:pt x="1632379" y="223431"/>
                  </a:lnTo>
                  <a:lnTo>
                    <a:pt x="1627345" y="230941"/>
                  </a:lnTo>
                  <a:lnTo>
                    <a:pt x="1603062" y="244168"/>
                  </a:lnTo>
                  <a:close/>
                </a:path>
                <a:path extrusionOk="0" h="1314450" w="2048509">
                  <a:moveTo>
                    <a:pt x="1888143" y="373610"/>
                  </a:moveTo>
                  <a:lnTo>
                    <a:pt x="1917197" y="369510"/>
                  </a:lnTo>
                  <a:lnTo>
                    <a:pt x="1916979" y="369510"/>
                  </a:lnTo>
                  <a:lnTo>
                    <a:pt x="1941910" y="357377"/>
                  </a:lnTo>
                  <a:lnTo>
                    <a:pt x="1987423" y="323532"/>
                  </a:lnTo>
                  <a:lnTo>
                    <a:pt x="2017547" y="289462"/>
                  </a:lnTo>
                  <a:lnTo>
                    <a:pt x="2045767" y="240396"/>
                  </a:lnTo>
                  <a:lnTo>
                    <a:pt x="2048505" y="214969"/>
                  </a:lnTo>
                  <a:lnTo>
                    <a:pt x="2046923" y="186330"/>
                  </a:lnTo>
                  <a:lnTo>
                    <a:pt x="2043879" y="162942"/>
                  </a:lnTo>
                  <a:lnTo>
                    <a:pt x="2042230" y="153265"/>
                  </a:lnTo>
                  <a:lnTo>
                    <a:pt x="2014342" y="173817"/>
                  </a:lnTo>
                  <a:lnTo>
                    <a:pt x="1989711" y="191464"/>
                  </a:lnTo>
                  <a:lnTo>
                    <a:pt x="1967051" y="206875"/>
                  </a:lnTo>
                  <a:lnTo>
                    <a:pt x="1948219" y="218365"/>
                  </a:lnTo>
                  <a:lnTo>
                    <a:pt x="1927093" y="230555"/>
                  </a:lnTo>
                  <a:lnTo>
                    <a:pt x="1902752" y="244168"/>
                  </a:lnTo>
                  <a:lnTo>
                    <a:pt x="1603062" y="244168"/>
                  </a:lnTo>
                  <a:lnTo>
                    <a:pt x="1389965" y="360243"/>
                  </a:lnTo>
                  <a:lnTo>
                    <a:pt x="1767663" y="360243"/>
                  </a:lnTo>
                  <a:lnTo>
                    <a:pt x="1782682" y="360852"/>
                  </a:lnTo>
                  <a:lnTo>
                    <a:pt x="1799195" y="364131"/>
                  </a:lnTo>
                  <a:lnTo>
                    <a:pt x="1812530" y="367783"/>
                  </a:lnTo>
                  <a:lnTo>
                    <a:pt x="1818014" y="369510"/>
                  </a:lnTo>
                  <a:lnTo>
                    <a:pt x="1829031" y="370871"/>
                  </a:lnTo>
                  <a:lnTo>
                    <a:pt x="1855632" y="373144"/>
                  </a:lnTo>
                  <a:lnTo>
                    <a:pt x="1888143" y="373610"/>
                  </a:lnTo>
                  <a:close/>
                </a:path>
                <a:path extrusionOk="0" h="1314450" w="2048509">
                  <a:moveTo>
                    <a:pt x="154341" y="1314289"/>
                  </a:moveTo>
                  <a:lnTo>
                    <a:pt x="194144" y="1306948"/>
                  </a:lnTo>
                  <a:lnTo>
                    <a:pt x="234921" y="1278999"/>
                  </a:lnTo>
                  <a:lnTo>
                    <a:pt x="266284" y="1236699"/>
                  </a:lnTo>
                  <a:lnTo>
                    <a:pt x="279713" y="1211012"/>
                  </a:lnTo>
                  <a:lnTo>
                    <a:pt x="287351" y="1195172"/>
                  </a:lnTo>
                  <a:lnTo>
                    <a:pt x="309263" y="1160840"/>
                  </a:lnTo>
                  <a:lnTo>
                    <a:pt x="348240" y="1132398"/>
                  </a:lnTo>
                  <a:lnTo>
                    <a:pt x="385629" y="1112569"/>
                  </a:lnTo>
                  <a:lnTo>
                    <a:pt x="711991" y="936505"/>
                  </a:lnTo>
                  <a:lnTo>
                    <a:pt x="1478231" y="533083"/>
                  </a:lnTo>
                  <a:lnTo>
                    <a:pt x="1727387" y="378005"/>
                  </a:lnTo>
                  <a:lnTo>
                    <a:pt x="1731631" y="375470"/>
                  </a:lnTo>
                  <a:lnTo>
                    <a:pt x="1742060" y="369765"/>
                  </a:lnTo>
                  <a:lnTo>
                    <a:pt x="1755222" y="363739"/>
                  </a:lnTo>
                  <a:lnTo>
                    <a:pt x="1767663" y="360243"/>
                  </a:lnTo>
                  <a:lnTo>
                    <a:pt x="1389965" y="360243"/>
                  </a:lnTo>
                  <a:lnTo>
                    <a:pt x="405632" y="896415"/>
                  </a:lnTo>
                  <a:lnTo>
                    <a:pt x="199371" y="1033172"/>
                  </a:lnTo>
                  <a:lnTo>
                    <a:pt x="118420" y="1033172"/>
                  </a:lnTo>
                  <a:lnTo>
                    <a:pt x="71536" y="1048825"/>
                  </a:lnTo>
                  <a:lnTo>
                    <a:pt x="39685" y="1072210"/>
                  </a:lnTo>
                  <a:lnTo>
                    <a:pt x="16576" y="1102863"/>
                  </a:lnTo>
                  <a:lnTo>
                    <a:pt x="152720" y="1102863"/>
                  </a:lnTo>
                  <a:lnTo>
                    <a:pt x="155256" y="1107284"/>
                  </a:lnTo>
                  <a:lnTo>
                    <a:pt x="172049" y="1107284"/>
                  </a:lnTo>
                  <a:lnTo>
                    <a:pt x="172174" y="1111553"/>
                  </a:lnTo>
                  <a:lnTo>
                    <a:pt x="172279" y="1115167"/>
                  </a:lnTo>
                  <a:lnTo>
                    <a:pt x="184927" y="1115167"/>
                  </a:lnTo>
                  <a:lnTo>
                    <a:pt x="183687" y="1125376"/>
                  </a:lnTo>
                  <a:lnTo>
                    <a:pt x="183589" y="1126182"/>
                  </a:lnTo>
                  <a:lnTo>
                    <a:pt x="199377" y="1126182"/>
                  </a:lnTo>
                  <a:lnTo>
                    <a:pt x="193363" y="1136999"/>
                  </a:lnTo>
                  <a:lnTo>
                    <a:pt x="209342" y="1137560"/>
                  </a:lnTo>
                  <a:lnTo>
                    <a:pt x="199386" y="1147742"/>
                  </a:lnTo>
                  <a:lnTo>
                    <a:pt x="215105" y="1148719"/>
                  </a:lnTo>
                  <a:lnTo>
                    <a:pt x="202507" y="1156936"/>
                  </a:lnTo>
                  <a:lnTo>
                    <a:pt x="216916" y="1159734"/>
                  </a:lnTo>
                  <a:lnTo>
                    <a:pt x="203901" y="1166442"/>
                  </a:lnTo>
                  <a:lnTo>
                    <a:pt x="218309" y="1169384"/>
                  </a:lnTo>
                  <a:lnTo>
                    <a:pt x="202892" y="1174361"/>
                  </a:lnTo>
                  <a:lnTo>
                    <a:pt x="216800" y="1177268"/>
                  </a:lnTo>
                  <a:lnTo>
                    <a:pt x="202005" y="1181316"/>
                  </a:lnTo>
                  <a:lnTo>
                    <a:pt x="214637" y="1187128"/>
                  </a:lnTo>
                  <a:lnTo>
                    <a:pt x="199947" y="1188531"/>
                  </a:lnTo>
                  <a:lnTo>
                    <a:pt x="208759" y="1196957"/>
                  </a:lnTo>
                  <a:lnTo>
                    <a:pt x="194912" y="1197736"/>
                  </a:lnTo>
                  <a:lnTo>
                    <a:pt x="202413" y="1206411"/>
                  </a:lnTo>
                  <a:lnTo>
                    <a:pt x="191098" y="1206411"/>
                  </a:lnTo>
                  <a:lnTo>
                    <a:pt x="198158" y="1214877"/>
                  </a:lnTo>
                  <a:lnTo>
                    <a:pt x="186207" y="1214877"/>
                  </a:lnTo>
                  <a:lnTo>
                    <a:pt x="190512" y="1223957"/>
                  </a:lnTo>
                  <a:lnTo>
                    <a:pt x="178797" y="1223957"/>
                  </a:lnTo>
                  <a:lnTo>
                    <a:pt x="180339" y="1229741"/>
                  </a:lnTo>
                  <a:lnTo>
                    <a:pt x="168004" y="1229741"/>
                  </a:lnTo>
                  <a:lnTo>
                    <a:pt x="167969" y="1230873"/>
                  </a:lnTo>
                  <a:lnTo>
                    <a:pt x="167855" y="1234504"/>
                  </a:lnTo>
                  <a:lnTo>
                    <a:pt x="153493" y="1234504"/>
                  </a:lnTo>
                  <a:lnTo>
                    <a:pt x="152085" y="1238300"/>
                  </a:lnTo>
                  <a:lnTo>
                    <a:pt x="138510" y="1238300"/>
                  </a:lnTo>
                  <a:lnTo>
                    <a:pt x="137917" y="1239432"/>
                  </a:lnTo>
                  <a:lnTo>
                    <a:pt x="14479" y="1239432"/>
                  </a:lnTo>
                  <a:lnTo>
                    <a:pt x="18940" y="1246593"/>
                  </a:lnTo>
                  <a:lnTo>
                    <a:pt x="47066" y="1275247"/>
                  </a:lnTo>
                  <a:lnTo>
                    <a:pt x="79949" y="1299275"/>
                  </a:lnTo>
                  <a:lnTo>
                    <a:pt x="116047" y="1311515"/>
                  </a:lnTo>
                  <a:lnTo>
                    <a:pt x="140838" y="1314017"/>
                  </a:lnTo>
                  <a:lnTo>
                    <a:pt x="154341" y="1314289"/>
                  </a:lnTo>
                  <a:close/>
                </a:path>
                <a:path extrusionOk="0" h="1314450" w="2048509">
                  <a:moveTo>
                    <a:pt x="118420" y="1033172"/>
                  </a:moveTo>
                  <a:lnTo>
                    <a:pt x="199371" y="1033172"/>
                  </a:lnTo>
                  <a:lnTo>
                    <a:pt x="191977" y="1032096"/>
                  </a:lnTo>
                  <a:lnTo>
                    <a:pt x="173891" y="1030084"/>
                  </a:lnTo>
                  <a:lnTo>
                    <a:pt x="151256" y="1028964"/>
                  </a:lnTo>
                  <a:lnTo>
                    <a:pt x="130215" y="1030564"/>
                  </a:lnTo>
                  <a:lnTo>
                    <a:pt x="118420" y="1033172"/>
                  </a:lnTo>
                  <a:close/>
                </a:path>
                <a:path extrusionOk="0" h="1314450" w="2048509">
                  <a:moveTo>
                    <a:pt x="143718" y="1113853"/>
                  </a:moveTo>
                  <a:lnTo>
                    <a:pt x="152720" y="1102863"/>
                  </a:lnTo>
                  <a:lnTo>
                    <a:pt x="16576" y="1102863"/>
                  </a:lnTo>
                  <a:lnTo>
                    <a:pt x="16215" y="1103416"/>
                  </a:lnTo>
                  <a:lnTo>
                    <a:pt x="15697" y="1104491"/>
                  </a:lnTo>
                  <a:lnTo>
                    <a:pt x="136666" y="1104491"/>
                  </a:lnTo>
                  <a:lnTo>
                    <a:pt x="143718" y="1113853"/>
                  </a:lnTo>
                  <a:close/>
                </a:path>
                <a:path extrusionOk="0" h="1314450" w="2048509">
                  <a:moveTo>
                    <a:pt x="132505" y="1115350"/>
                  </a:moveTo>
                  <a:lnTo>
                    <a:pt x="136666" y="1104491"/>
                  </a:lnTo>
                  <a:lnTo>
                    <a:pt x="15697" y="1104491"/>
                  </a:lnTo>
                  <a:lnTo>
                    <a:pt x="14352" y="1107284"/>
                  </a:lnTo>
                  <a:lnTo>
                    <a:pt x="14255" y="1107486"/>
                  </a:lnTo>
                  <a:lnTo>
                    <a:pt x="122060" y="1107486"/>
                  </a:lnTo>
                  <a:lnTo>
                    <a:pt x="132505" y="1115350"/>
                  </a:lnTo>
                  <a:close/>
                </a:path>
                <a:path extrusionOk="0" h="1314450" w="2048509">
                  <a:moveTo>
                    <a:pt x="159409" y="1114523"/>
                  </a:moveTo>
                  <a:lnTo>
                    <a:pt x="172049" y="1107284"/>
                  </a:lnTo>
                  <a:lnTo>
                    <a:pt x="155256" y="1107284"/>
                  </a:lnTo>
                  <a:lnTo>
                    <a:pt x="159409" y="1114523"/>
                  </a:lnTo>
                  <a:close/>
                </a:path>
                <a:path extrusionOk="0" h="1314450" w="2048509">
                  <a:moveTo>
                    <a:pt x="120657" y="1118834"/>
                  </a:moveTo>
                  <a:lnTo>
                    <a:pt x="122060" y="1107486"/>
                  </a:lnTo>
                  <a:lnTo>
                    <a:pt x="14255" y="1107486"/>
                  </a:lnTo>
                  <a:lnTo>
                    <a:pt x="12296" y="1111553"/>
                  </a:lnTo>
                  <a:lnTo>
                    <a:pt x="110275" y="1111553"/>
                  </a:lnTo>
                  <a:lnTo>
                    <a:pt x="120657" y="1118834"/>
                  </a:lnTo>
                  <a:close/>
                </a:path>
                <a:path extrusionOk="0" h="1314450" w="2048509">
                  <a:moveTo>
                    <a:pt x="101702" y="1133375"/>
                  </a:moveTo>
                  <a:lnTo>
                    <a:pt x="97738" y="1121621"/>
                  </a:lnTo>
                  <a:lnTo>
                    <a:pt x="110540" y="1121621"/>
                  </a:lnTo>
                  <a:lnTo>
                    <a:pt x="110471" y="1118985"/>
                  </a:lnTo>
                  <a:lnTo>
                    <a:pt x="110375" y="1115350"/>
                  </a:lnTo>
                  <a:lnTo>
                    <a:pt x="110275" y="1111553"/>
                  </a:lnTo>
                  <a:lnTo>
                    <a:pt x="12296" y="1111553"/>
                  </a:lnTo>
                  <a:lnTo>
                    <a:pt x="7797" y="1120896"/>
                  </a:lnTo>
                  <a:lnTo>
                    <a:pt x="7646" y="1121386"/>
                  </a:lnTo>
                  <a:lnTo>
                    <a:pt x="7574" y="1121621"/>
                  </a:lnTo>
                  <a:lnTo>
                    <a:pt x="97738" y="1121621"/>
                  </a:lnTo>
                  <a:lnTo>
                    <a:pt x="110639" y="1125376"/>
                  </a:lnTo>
                  <a:lnTo>
                    <a:pt x="6420" y="1125376"/>
                  </a:lnTo>
                  <a:lnTo>
                    <a:pt x="4683" y="1131024"/>
                  </a:lnTo>
                  <a:lnTo>
                    <a:pt x="89385" y="1131024"/>
                  </a:lnTo>
                  <a:lnTo>
                    <a:pt x="101702" y="1133375"/>
                  </a:lnTo>
                  <a:close/>
                </a:path>
                <a:path extrusionOk="0" h="1314450" w="2048509">
                  <a:moveTo>
                    <a:pt x="172391" y="1118985"/>
                  </a:moveTo>
                  <a:lnTo>
                    <a:pt x="184927" y="1115167"/>
                  </a:lnTo>
                  <a:lnTo>
                    <a:pt x="172279" y="1115167"/>
                  </a:lnTo>
                  <a:lnTo>
                    <a:pt x="172391" y="1118985"/>
                  </a:lnTo>
                  <a:close/>
                </a:path>
                <a:path extrusionOk="0" h="1314450" w="2048509">
                  <a:moveTo>
                    <a:pt x="183449" y="1127337"/>
                  </a:moveTo>
                  <a:lnTo>
                    <a:pt x="199377" y="1126182"/>
                  </a:lnTo>
                  <a:lnTo>
                    <a:pt x="183589" y="1126182"/>
                  </a:lnTo>
                  <a:lnTo>
                    <a:pt x="183449" y="1127337"/>
                  </a:lnTo>
                  <a:close/>
                </a:path>
                <a:path extrusionOk="0" h="1314450" w="2048509">
                  <a:moveTo>
                    <a:pt x="96072" y="1143176"/>
                  </a:moveTo>
                  <a:lnTo>
                    <a:pt x="89385" y="1131024"/>
                  </a:lnTo>
                  <a:lnTo>
                    <a:pt x="4683" y="1131024"/>
                  </a:lnTo>
                  <a:lnTo>
                    <a:pt x="3134" y="1136065"/>
                  </a:lnTo>
                  <a:lnTo>
                    <a:pt x="2313" y="1141333"/>
                  </a:lnTo>
                  <a:lnTo>
                    <a:pt x="80606" y="1141333"/>
                  </a:lnTo>
                  <a:lnTo>
                    <a:pt x="96072" y="1143176"/>
                  </a:lnTo>
                  <a:close/>
                </a:path>
                <a:path extrusionOk="0" h="1314450" w="2048509">
                  <a:moveTo>
                    <a:pt x="2531" y="1204433"/>
                  </a:moveTo>
                  <a:lnTo>
                    <a:pt x="83800" y="1204433"/>
                  </a:lnTo>
                  <a:lnTo>
                    <a:pt x="93973" y="1191048"/>
                  </a:lnTo>
                  <a:lnTo>
                    <a:pt x="77090" y="1190580"/>
                  </a:lnTo>
                  <a:lnTo>
                    <a:pt x="90041" y="1181656"/>
                  </a:lnTo>
                  <a:lnTo>
                    <a:pt x="74426" y="1176975"/>
                  </a:lnTo>
                  <a:lnTo>
                    <a:pt x="88013" y="1172774"/>
                  </a:lnTo>
                  <a:lnTo>
                    <a:pt x="75663" y="1165878"/>
                  </a:lnTo>
                  <a:lnTo>
                    <a:pt x="88574" y="1162976"/>
                  </a:lnTo>
                  <a:lnTo>
                    <a:pt x="77859" y="1154313"/>
                  </a:lnTo>
                  <a:lnTo>
                    <a:pt x="90841" y="1153002"/>
                  </a:lnTo>
                  <a:lnTo>
                    <a:pt x="80606" y="1141333"/>
                  </a:lnTo>
                  <a:lnTo>
                    <a:pt x="2313" y="1141333"/>
                  </a:lnTo>
                  <a:lnTo>
                    <a:pt x="671" y="1151872"/>
                  </a:lnTo>
                  <a:lnTo>
                    <a:pt x="0" y="1165878"/>
                  </a:lnTo>
                  <a:lnTo>
                    <a:pt x="114" y="1176374"/>
                  </a:lnTo>
                  <a:lnTo>
                    <a:pt x="240" y="1181316"/>
                  </a:lnTo>
                  <a:lnTo>
                    <a:pt x="308" y="1183975"/>
                  </a:lnTo>
                  <a:lnTo>
                    <a:pt x="1368" y="1196957"/>
                  </a:lnTo>
                  <a:lnTo>
                    <a:pt x="1473" y="1197736"/>
                  </a:lnTo>
                  <a:lnTo>
                    <a:pt x="2531" y="1204433"/>
                  </a:lnTo>
                  <a:close/>
                </a:path>
                <a:path extrusionOk="0" h="1314450" w="2048509">
                  <a:moveTo>
                    <a:pt x="4862" y="1215616"/>
                  </a:moveTo>
                  <a:lnTo>
                    <a:pt x="91580" y="1215616"/>
                  </a:lnTo>
                  <a:lnTo>
                    <a:pt x="101526" y="1202833"/>
                  </a:lnTo>
                  <a:lnTo>
                    <a:pt x="83800" y="1204433"/>
                  </a:lnTo>
                  <a:lnTo>
                    <a:pt x="2531" y="1204433"/>
                  </a:lnTo>
                  <a:lnTo>
                    <a:pt x="3465" y="1210353"/>
                  </a:lnTo>
                  <a:lnTo>
                    <a:pt x="4862" y="1215616"/>
                  </a:lnTo>
                  <a:close/>
                </a:path>
                <a:path extrusionOk="0" h="1314450" w="2048509">
                  <a:moveTo>
                    <a:pt x="191098" y="1206411"/>
                  </a:moveTo>
                  <a:lnTo>
                    <a:pt x="202413" y="1206411"/>
                  </a:lnTo>
                  <a:lnTo>
                    <a:pt x="189866" y="1204933"/>
                  </a:lnTo>
                  <a:lnTo>
                    <a:pt x="191098" y="1206411"/>
                  </a:lnTo>
                  <a:close/>
                </a:path>
                <a:path extrusionOk="0" h="1314450" w="2048509">
                  <a:moveTo>
                    <a:pt x="7502" y="1224695"/>
                  </a:moveTo>
                  <a:lnTo>
                    <a:pt x="103168" y="1224695"/>
                  </a:lnTo>
                  <a:lnTo>
                    <a:pt x="109317" y="1209468"/>
                  </a:lnTo>
                  <a:lnTo>
                    <a:pt x="91580" y="1215616"/>
                  </a:lnTo>
                  <a:lnTo>
                    <a:pt x="4862" y="1215616"/>
                  </a:lnTo>
                  <a:lnTo>
                    <a:pt x="6758" y="1222749"/>
                  </a:lnTo>
                  <a:lnTo>
                    <a:pt x="6873" y="1223181"/>
                  </a:lnTo>
                  <a:lnTo>
                    <a:pt x="7502" y="1224695"/>
                  </a:lnTo>
                  <a:close/>
                </a:path>
                <a:path extrusionOk="0" h="1314450" w="2048509">
                  <a:moveTo>
                    <a:pt x="186207" y="1214877"/>
                  </a:moveTo>
                  <a:lnTo>
                    <a:pt x="198158" y="1214877"/>
                  </a:lnTo>
                  <a:lnTo>
                    <a:pt x="184062" y="1210353"/>
                  </a:lnTo>
                  <a:lnTo>
                    <a:pt x="186207" y="1214877"/>
                  </a:lnTo>
                  <a:close/>
                </a:path>
                <a:path extrusionOk="0" h="1314450" w="2048509">
                  <a:moveTo>
                    <a:pt x="178797" y="1223957"/>
                  </a:moveTo>
                  <a:lnTo>
                    <a:pt x="190512" y="1223957"/>
                  </a:lnTo>
                  <a:lnTo>
                    <a:pt x="176687" y="1216041"/>
                  </a:lnTo>
                  <a:lnTo>
                    <a:pt x="178797" y="1223957"/>
                  </a:lnTo>
                  <a:close/>
                </a:path>
                <a:path extrusionOk="0" h="1314450" w="2048509">
                  <a:moveTo>
                    <a:pt x="10072" y="1230873"/>
                  </a:moveTo>
                  <a:lnTo>
                    <a:pt x="115202" y="1230873"/>
                  </a:lnTo>
                  <a:lnTo>
                    <a:pt x="116983" y="1216374"/>
                  </a:lnTo>
                  <a:lnTo>
                    <a:pt x="103168" y="1224695"/>
                  </a:lnTo>
                  <a:lnTo>
                    <a:pt x="7502" y="1224695"/>
                  </a:lnTo>
                  <a:lnTo>
                    <a:pt x="10072" y="1230873"/>
                  </a:lnTo>
                  <a:close/>
                </a:path>
                <a:path extrusionOk="0" h="1314450" w="2048509">
                  <a:moveTo>
                    <a:pt x="168004" y="1229741"/>
                  </a:moveTo>
                  <a:lnTo>
                    <a:pt x="180339" y="1229741"/>
                  </a:lnTo>
                  <a:lnTo>
                    <a:pt x="168323" y="1219589"/>
                  </a:lnTo>
                  <a:lnTo>
                    <a:pt x="168004" y="1229741"/>
                  </a:lnTo>
                  <a:close/>
                </a:path>
                <a:path extrusionOk="0" h="1314450" w="2048509">
                  <a:moveTo>
                    <a:pt x="11927" y="1235335"/>
                  </a:moveTo>
                  <a:lnTo>
                    <a:pt x="127265" y="1235335"/>
                  </a:lnTo>
                  <a:lnTo>
                    <a:pt x="127218" y="1230873"/>
                  </a:lnTo>
                  <a:lnTo>
                    <a:pt x="127113" y="1220783"/>
                  </a:lnTo>
                  <a:lnTo>
                    <a:pt x="115202" y="1230873"/>
                  </a:lnTo>
                  <a:lnTo>
                    <a:pt x="10072" y="1230873"/>
                  </a:lnTo>
                  <a:lnTo>
                    <a:pt x="11927" y="1235335"/>
                  </a:lnTo>
                  <a:close/>
                </a:path>
                <a:path extrusionOk="0" h="1314450" w="2048509">
                  <a:moveTo>
                    <a:pt x="14479" y="1239432"/>
                  </a:moveTo>
                  <a:lnTo>
                    <a:pt x="137917" y="1239432"/>
                  </a:lnTo>
                  <a:lnTo>
                    <a:pt x="134826" y="1223181"/>
                  </a:lnTo>
                  <a:lnTo>
                    <a:pt x="134744" y="1222749"/>
                  </a:lnTo>
                  <a:lnTo>
                    <a:pt x="127265" y="1235335"/>
                  </a:lnTo>
                  <a:lnTo>
                    <a:pt x="11927" y="1235335"/>
                  </a:lnTo>
                  <a:lnTo>
                    <a:pt x="14479" y="1239432"/>
                  </a:lnTo>
                  <a:close/>
                </a:path>
                <a:path extrusionOk="0" h="1314450" w="2048509">
                  <a:moveTo>
                    <a:pt x="153493" y="1234504"/>
                  </a:moveTo>
                  <a:lnTo>
                    <a:pt x="167855" y="1234504"/>
                  </a:lnTo>
                  <a:lnTo>
                    <a:pt x="157441" y="1223181"/>
                  </a:lnTo>
                  <a:lnTo>
                    <a:pt x="157690" y="1223181"/>
                  </a:lnTo>
                  <a:lnTo>
                    <a:pt x="153493" y="1234504"/>
                  </a:lnTo>
                  <a:close/>
                </a:path>
                <a:path extrusionOk="0" h="1314450" w="2048509">
                  <a:moveTo>
                    <a:pt x="138510" y="1238300"/>
                  </a:moveTo>
                  <a:lnTo>
                    <a:pt x="152085" y="1238300"/>
                  </a:lnTo>
                  <a:lnTo>
                    <a:pt x="145552" y="1224840"/>
                  </a:lnTo>
                  <a:lnTo>
                    <a:pt x="138510" y="123830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5871236" y="1621022"/>
              <a:ext cx="648335" cy="548640"/>
            </a:xfrm>
            <a:custGeom>
              <a:rect b="b" l="l" r="r" t="t"/>
              <a:pathLst>
                <a:path extrusionOk="0" h="548639" w="648334">
                  <a:moveTo>
                    <a:pt x="18101" y="548024"/>
                  </a:moveTo>
                  <a:lnTo>
                    <a:pt x="207794" y="418427"/>
                  </a:lnTo>
                  <a:lnTo>
                    <a:pt x="241908" y="394041"/>
                  </a:lnTo>
                  <a:lnTo>
                    <a:pt x="275326" y="369311"/>
                  </a:lnTo>
                  <a:lnTo>
                    <a:pt x="307139" y="346930"/>
                  </a:lnTo>
                  <a:lnTo>
                    <a:pt x="345450" y="325422"/>
                  </a:lnTo>
                  <a:lnTo>
                    <a:pt x="386071" y="315646"/>
                  </a:lnTo>
                  <a:lnTo>
                    <a:pt x="399580" y="315435"/>
                  </a:lnTo>
                  <a:lnTo>
                    <a:pt x="415086" y="315864"/>
                  </a:lnTo>
                  <a:lnTo>
                    <a:pt x="449605" y="320070"/>
                  </a:lnTo>
                  <a:lnTo>
                    <a:pt x="479726" y="321999"/>
                  </a:lnTo>
                  <a:lnTo>
                    <a:pt x="521268" y="317779"/>
                  </a:lnTo>
                  <a:lnTo>
                    <a:pt x="562161" y="300471"/>
                  </a:lnTo>
                  <a:lnTo>
                    <a:pt x="598598" y="272178"/>
                  </a:lnTo>
                  <a:lnTo>
                    <a:pt x="626422" y="239948"/>
                  </a:lnTo>
                  <a:lnTo>
                    <a:pt x="647909" y="192295"/>
                  </a:lnTo>
                  <a:lnTo>
                    <a:pt x="646036" y="169203"/>
                  </a:lnTo>
                  <a:lnTo>
                    <a:pt x="529937" y="244094"/>
                  </a:lnTo>
                  <a:lnTo>
                    <a:pt x="513745" y="236911"/>
                  </a:lnTo>
                  <a:lnTo>
                    <a:pt x="477425" y="213844"/>
                  </a:lnTo>
                  <a:lnTo>
                    <a:pt x="450040" y="182309"/>
                  </a:lnTo>
                  <a:lnTo>
                    <a:pt x="430669" y="146180"/>
                  </a:lnTo>
                  <a:lnTo>
                    <a:pt x="426757" y="119599"/>
                  </a:lnTo>
                  <a:lnTo>
                    <a:pt x="428287" y="104620"/>
                  </a:lnTo>
                  <a:lnTo>
                    <a:pt x="431315" y="87448"/>
                  </a:lnTo>
                  <a:lnTo>
                    <a:pt x="518077" y="25663"/>
                  </a:lnTo>
                  <a:lnTo>
                    <a:pt x="523695" y="4444"/>
                  </a:lnTo>
                  <a:lnTo>
                    <a:pt x="498502" y="1273"/>
                  </a:lnTo>
                  <a:lnTo>
                    <a:pt x="476568" y="0"/>
                  </a:lnTo>
                  <a:lnTo>
                    <a:pt x="456907" y="1324"/>
                  </a:lnTo>
                  <a:lnTo>
                    <a:pt x="412000" y="15430"/>
                  </a:lnTo>
                  <a:lnTo>
                    <a:pt x="372519" y="40489"/>
                  </a:lnTo>
                  <a:lnTo>
                    <a:pt x="338642" y="84751"/>
                  </a:lnTo>
                  <a:lnTo>
                    <a:pt x="327699" y="108667"/>
                  </a:lnTo>
                  <a:lnTo>
                    <a:pt x="275267" y="216010"/>
                  </a:lnTo>
                  <a:lnTo>
                    <a:pt x="0" y="384514"/>
                  </a:lnTo>
                  <a:lnTo>
                    <a:pt x="18101" y="548024"/>
                  </a:lnTo>
                  <a:close/>
                </a:path>
              </a:pathLst>
            </a:custGeom>
            <a:solidFill>
              <a:srgbClr val="EBEC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3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22263" y="1904999"/>
              <a:ext cx="234695" cy="176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07023" y="1883663"/>
              <a:ext cx="277367" cy="1767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33"/>
            <p:cNvSpPr/>
            <p:nvPr/>
          </p:nvSpPr>
          <p:spPr>
            <a:xfrm>
              <a:off x="5964864" y="1951864"/>
              <a:ext cx="185420" cy="121920"/>
            </a:xfrm>
            <a:custGeom>
              <a:rect b="b" l="l" r="r" t="t"/>
              <a:pathLst>
                <a:path extrusionOk="0" h="121919" w="185420">
                  <a:moveTo>
                    <a:pt x="11859" y="121697"/>
                  </a:moveTo>
                  <a:lnTo>
                    <a:pt x="185384" y="8113"/>
                  </a:lnTo>
                  <a:lnTo>
                    <a:pt x="180390" y="0"/>
                  </a:lnTo>
                  <a:lnTo>
                    <a:pt x="0" y="119200"/>
                  </a:lnTo>
                  <a:lnTo>
                    <a:pt x="11859" y="121697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3" name="Google Shape;273;p3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83223" y="1789175"/>
              <a:ext cx="545591" cy="292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3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203305" y="1789602"/>
              <a:ext cx="109857" cy="1500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33"/>
            <p:cNvSpPr/>
            <p:nvPr/>
          </p:nvSpPr>
          <p:spPr>
            <a:xfrm>
              <a:off x="4521074" y="2548070"/>
              <a:ext cx="405765" cy="341630"/>
            </a:xfrm>
            <a:custGeom>
              <a:rect b="b" l="l" r="r" t="t"/>
              <a:pathLst>
                <a:path extrusionOk="0" h="341630" w="405764">
                  <a:moveTo>
                    <a:pt x="133530" y="341314"/>
                  </a:moveTo>
                  <a:lnTo>
                    <a:pt x="173412" y="330240"/>
                  </a:lnTo>
                  <a:lnTo>
                    <a:pt x="205033" y="304083"/>
                  </a:lnTo>
                  <a:lnTo>
                    <a:pt x="228663" y="268532"/>
                  </a:lnTo>
                  <a:lnTo>
                    <a:pt x="240095" y="223719"/>
                  </a:lnTo>
                  <a:lnTo>
                    <a:pt x="250216" y="203772"/>
                  </a:lnTo>
                  <a:lnTo>
                    <a:pt x="279002" y="176628"/>
                  </a:lnTo>
                  <a:lnTo>
                    <a:pt x="280181" y="175612"/>
                  </a:lnTo>
                  <a:lnTo>
                    <a:pt x="315307" y="153912"/>
                  </a:lnTo>
                  <a:lnTo>
                    <a:pt x="351962" y="133154"/>
                  </a:lnTo>
                  <a:lnTo>
                    <a:pt x="385334" y="108552"/>
                  </a:lnTo>
                  <a:lnTo>
                    <a:pt x="405639" y="0"/>
                  </a:lnTo>
                  <a:lnTo>
                    <a:pt x="404756" y="0"/>
                  </a:lnTo>
                  <a:lnTo>
                    <a:pt x="292648" y="79430"/>
                  </a:lnTo>
                  <a:lnTo>
                    <a:pt x="230857" y="168576"/>
                  </a:lnTo>
                  <a:lnTo>
                    <a:pt x="152861" y="168576"/>
                  </a:lnTo>
                  <a:lnTo>
                    <a:pt x="154479" y="175612"/>
                  </a:lnTo>
                  <a:lnTo>
                    <a:pt x="167699" y="175612"/>
                  </a:lnTo>
                  <a:lnTo>
                    <a:pt x="165900" y="186863"/>
                  </a:lnTo>
                  <a:lnTo>
                    <a:pt x="179818" y="186863"/>
                  </a:lnTo>
                  <a:lnTo>
                    <a:pt x="170644" y="197131"/>
                  </a:lnTo>
                  <a:lnTo>
                    <a:pt x="169233" y="197131"/>
                  </a:lnTo>
                  <a:lnTo>
                    <a:pt x="186864" y="198526"/>
                  </a:lnTo>
                  <a:lnTo>
                    <a:pt x="176919" y="207255"/>
                  </a:lnTo>
                  <a:lnTo>
                    <a:pt x="193658" y="207684"/>
                  </a:lnTo>
                  <a:lnTo>
                    <a:pt x="178150" y="215247"/>
                  </a:lnTo>
                  <a:lnTo>
                    <a:pt x="193303" y="217473"/>
                  </a:lnTo>
                  <a:lnTo>
                    <a:pt x="179524" y="223719"/>
                  </a:lnTo>
                  <a:lnTo>
                    <a:pt x="178501" y="223719"/>
                  </a:lnTo>
                  <a:lnTo>
                    <a:pt x="192885" y="228737"/>
                  </a:lnTo>
                  <a:lnTo>
                    <a:pt x="178827" y="231114"/>
                  </a:lnTo>
                  <a:lnTo>
                    <a:pt x="178460" y="231114"/>
                  </a:lnTo>
                  <a:lnTo>
                    <a:pt x="190867" y="235810"/>
                  </a:lnTo>
                  <a:lnTo>
                    <a:pt x="176054" y="238192"/>
                  </a:lnTo>
                  <a:lnTo>
                    <a:pt x="187038" y="245530"/>
                  </a:lnTo>
                  <a:lnTo>
                    <a:pt x="171951" y="246791"/>
                  </a:lnTo>
                  <a:lnTo>
                    <a:pt x="182791" y="256037"/>
                  </a:lnTo>
                  <a:lnTo>
                    <a:pt x="167040" y="256572"/>
                  </a:lnTo>
                  <a:lnTo>
                    <a:pt x="177755" y="267134"/>
                  </a:lnTo>
                  <a:lnTo>
                    <a:pt x="164465" y="267134"/>
                  </a:lnTo>
                  <a:lnTo>
                    <a:pt x="168319" y="275031"/>
                  </a:lnTo>
                  <a:lnTo>
                    <a:pt x="158646" y="275031"/>
                  </a:lnTo>
                  <a:lnTo>
                    <a:pt x="161335" y="281062"/>
                  </a:lnTo>
                  <a:lnTo>
                    <a:pt x="148781" y="281062"/>
                  </a:lnTo>
                  <a:lnTo>
                    <a:pt x="149017" y="284114"/>
                  </a:lnTo>
                  <a:lnTo>
                    <a:pt x="149134" y="285636"/>
                  </a:lnTo>
                  <a:lnTo>
                    <a:pt x="136549" y="285636"/>
                  </a:lnTo>
                  <a:lnTo>
                    <a:pt x="136080" y="290271"/>
                  </a:lnTo>
                  <a:lnTo>
                    <a:pt x="120606" y="290271"/>
                  </a:lnTo>
                  <a:lnTo>
                    <a:pt x="119697" y="291969"/>
                  </a:lnTo>
                  <a:lnTo>
                    <a:pt x="25082" y="291969"/>
                  </a:lnTo>
                  <a:lnTo>
                    <a:pt x="69495" y="327102"/>
                  </a:lnTo>
                  <a:lnTo>
                    <a:pt x="111494" y="340176"/>
                  </a:lnTo>
                  <a:lnTo>
                    <a:pt x="133530" y="341314"/>
                  </a:lnTo>
                  <a:close/>
                </a:path>
                <a:path extrusionOk="0" h="341630" w="405764">
                  <a:moveTo>
                    <a:pt x="152861" y="168576"/>
                  </a:moveTo>
                  <a:lnTo>
                    <a:pt x="230857" y="168576"/>
                  </a:lnTo>
                  <a:lnTo>
                    <a:pt x="229140" y="165438"/>
                  </a:lnTo>
                  <a:lnTo>
                    <a:pt x="201120" y="132646"/>
                  </a:lnTo>
                  <a:lnTo>
                    <a:pt x="153652" y="111607"/>
                  </a:lnTo>
                  <a:lnTo>
                    <a:pt x="116108" y="103259"/>
                  </a:lnTo>
                  <a:lnTo>
                    <a:pt x="101481" y="105303"/>
                  </a:lnTo>
                  <a:lnTo>
                    <a:pt x="60518" y="123293"/>
                  </a:lnTo>
                  <a:lnTo>
                    <a:pt x="27489" y="150896"/>
                  </a:lnTo>
                  <a:lnTo>
                    <a:pt x="23299" y="156567"/>
                  </a:lnTo>
                  <a:lnTo>
                    <a:pt x="119836" y="156567"/>
                  </a:lnTo>
                  <a:lnTo>
                    <a:pt x="120670" y="158089"/>
                  </a:lnTo>
                  <a:lnTo>
                    <a:pt x="135029" y="158089"/>
                  </a:lnTo>
                  <a:lnTo>
                    <a:pt x="134748" y="158419"/>
                  </a:lnTo>
                  <a:lnTo>
                    <a:pt x="138700" y="165228"/>
                  </a:lnTo>
                  <a:lnTo>
                    <a:pt x="152452" y="165228"/>
                  </a:lnTo>
                  <a:lnTo>
                    <a:pt x="152139" y="165438"/>
                  </a:lnTo>
                  <a:lnTo>
                    <a:pt x="152807" y="168340"/>
                  </a:lnTo>
                  <a:lnTo>
                    <a:pt x="152861" y="168576"/>
                  </a:lnTo>
                  <a:close/>
                </a:path>
                <a:path extrusionOk="0" h="341630" w="405764">
                  <a:moveTo>
                    <a:pt x="112942" y="168979"/>
                  </a:moveTo>
                  <a:lnTo>
                    <a:pt x="113220" y="168576"/>
                  </a:lnTo>
                  <a:lnTo>
                    <a:pt x="119836" y="156567"/>
                  </a:lnTo>
                  <a:lnTo>
                    <a:pt x="23299" y="156567"/>
                  </a:lnTo>
                  <a:lnTo>
                    <a:pt x="23049" y="156905"/>
                  </a:lnTo>
                  <a:lnTo>
                    <a:pt x="104655" y="156905"/>
                  </a:lnTo>
                  <a:lnTo>
                    <a:pt x="112942" y="168979"/>
                  </a:lnTo>
                  <a:close/>
                </a:path>
                <a:path extrusionOk="0" h="341630" w="405764">
                  <a:moveTo>
                    <a:pt x="101287" y="171841"/>
                  </a:moveTo>
                  <a:lnTo>
                    <a:pt x="104567" y="157294"/>
                  </a:lnTo>
                  <a:lnTo>
                    <a:pt x="104655" y="156905"/>
                  </a:lnTo>
                  <a:lnTo>
                    <a:pt x="23049" y="156905"/>
                  </a:lnTo>
                  <a:lnTo>
                    <a:pt x="19955" y="161093"/>
                  </a:lnTo>
                  <a:lnTo>
                    <a:pt x="91005" y="161093"/>
                  </a:lnTo>
                  <a:lnTo>
                    <a:pt x="101287" y="171841"/>
                  </a:lnTo>
                  <a:close/>
                </a:path>
                <a:path extrusionOk="0" h="341630" w="405764">
                  <a:moveTo>
                    <a:pt x="134748" y="158419"/>
                  </a:moveTo>
                  <a:lnTo>
                    <a:pt x="135029" y="158089"/>
                  </a:lnTo>
                  <a:lnTo>
                    <a:pt x="134556" y="158089"/>
                  </a:lnTo>
                  <a:lnTo>
                    <a:pt x="134748" y="158419"/>
                  </a:lnTo>
                  <a:close/>
                </a:path>
                <a:path extrusionOk="0" h="341630" w="405764">
                  <a:moveTo>
                    <a:pt x="126281" y="168340"/>
                  </a:moveTo>
                  <a:lnTo>
                    <a:pt x="134748" y="158419"/>
                  </a:lnTo>
                  <a:lnTo>
                    <a:pt x="134556" y="158089"/>
                  </a:lnTo>
                  <a:lnTo>
                    <a:pt x="120670" y="158089"/>
                  </a:lnTo>
                  <a:lnTo>
                    <a:pt x="126281" y="168340"/>
                  </a:lnTo>
                  <a:close/>
                </a:path>
                <a:path extrusionOk="0" h="341630" w="405764">
                  <a:moveTo>
                    <a:pt x="90375" y="176628"/>
                  </a:moveTo>
                  <a:lnTo>
                    <a:pt x="90569" y="171841"/>
                  </a:lnTo>
                  <a:lnTo>
                    <a:pt x="90685" y="168979"/>
                  </a:lnTo>
                  <a:lnTo>
                    <a:pt x="90711" y="168340"/>
                  </a:lnTo>
                  <a:lnTo>
                    <a:pt x="90829" y="165438"/>
                  </a:lnTo>
                  <a:lnTo>
                    <a:pt x="90953" y="162387"/>
                  </a:lnTo>
                  <a:lnTo>
                    <a:pt x="91005" y="161093"/>
                  </a:lnTo>
                  <a:lnTo>
                    <a:pt x="19955" y="161093"/>
                  </a:lnTo>
                  <a:lnTo>
                    <a:pt x="18999" y="162387"/>
                  </a:lnTo>
                  <a:lnTo>
                    <a:pt x="15481" y="168979"/>
                  </a:lnTo>
                  <a:lnTo>
                    <a:pt x="78321" y="168979"/>
                  </a:lnTo>
                  <a:lnTo>
                    <a:pt x="90375" y="176628"/>
                  </a:lnTo>
                  <a:close/>
                </a:path>
                <a:path extrusionOk="0" h="341630" w="405764">
                  <a:moveTo>
                    <a:pt x="152139" y="165438"/>
                  </a:moveTo>
                  <a:lnTo>
                    <a:pt x="152452" y="165228"/>
                  </a:lnTo>
                  <a:lnTo>
                    <a:pt x="152091" y="165228"/>
                  </a:lnTo>
                  <a:lnTo>
                    <a:pt x="152139" y="165438"/>
                  </a:lnTo>
                  <a:close/>
                </a:path>
                <a:path extrusionOk="0" h="341630" w="405764">
                  <a:moveTo>
                    <a:pt x="142539" y="171841"/>
                  </a:moveTo>
                  <a:lnTo>
                    <a:pt x="146881" y="168979"/>
                  </a:lnTo>
                  <a:lnTo>
                    <a:pt x="152139" y="165438"/>
                  </a:lnTo>
                  <a:lnTo>
                    <a:pt x="152091" y="165228"/>
                  </a:lnTo>
                  <a:lnTo>
                    <a:pt x="138700" y="165228"/>
                  </a:lnTo>
                  <a:lnTo>
                    <a:pt x="142539" y="171841"/>
                  </a:lnTo>
                  <a:close/>
                </a:path>
                <a:path extrusionOk="0" h="341630" w="405764">
                  <a:moveTo>
                    <a:pt x="10779" y="178671"/>
                  </a:moveTo>
                  <a:lnTo>
                    <a:pt x="80446" y="178671"/>
                  </a:lnTo>
                  <a:lnTo>
                    <a:pt x="78321" y="168979"/>
                  </a:lnTo>
                  <a:lnTo>
                    <a:pt x="15481" y="168979"/>
                  </a:lnTo>
                  <a:lnTo>
                    <a:pt x="11942" y="175612"/>
                  </a:lnTo>
                  <a:lnTo>
                    <a:pt x="10779" y="178671"/>
                  </a:lnTo>
                  <a:close/>
                </a:path>
                <a:path extrusionOk="0" h="341630" w="405764">
                  <a:moveTo>
                    <a:pt x="154994" y="177850"/>
                  </a:moveTo>
                  <a:lnTo>
                    <a:pt x="167699" y="175612"/>
                  </a:lnTo>
                  <a:lnTo>
                    <a:pt x="154479" y="175612"/>
                  </a:lnTo>
                  <a:lnTo>
                    <a:pt x="154994" y="177850"/>
                  </a:lnTo>
                  <a:close/>
                </a:path>
                <a:path extrusionOk="0" h="341630" w="405764">
                  <a:moveTo>
                    <a:pt x="70013" y="183858"/>
                  </a:moveTo>
                  <a:lnTo>
                    <a:pt x="81584" y="183858"/>
                  </a:lnTo>
                  <a:lnTo>
                    <a:pt x="68174" y="178671"/>
                  </a:lnTo>
                  <a:lnTo>
                    <a:pt x="70013" y="183858"/>
                  </a:lnTo>
                  <a:close/>
                </a:path>
                <a:path extrusionOk="0" h="341630" w="405764">
                  <a:moveTo>
                    <a:pt x="72953" y="192152"/>
                  </a:moveTo>
                  <a:lnTo>
                    <a:pt x="70013" y="183858"/>
                  </a:lnTo>
                  <a:lnTo>
                    <a:pt x="8834" y="183858"/>
                  </a:lnTo>
                  <a:lnTo>
                    <a:pt x="7125" y="188416"/>
                  </a:lnTo>
                  <a:lnTo>
                    <a:pt x="59151" y="188416"/>
                  </a:lnTo>
                  <a:lnTo>
                    <a:pt x="72953" y="192152"/>
                  </a:lnTo>
                  <a:close/>
                </a:path>
                <a:path extrusionOk="0" h="341630" w="405764">
                  <a:moveTo>
                    <a:pt x="68360" y="202274"/>
                  </a:moveTo>
                  <a:lnTo>
                    <a:pt x="59151" y="188416"/>
                  </a:lnTo>
                  <a:lnTo>
                    <a:pt x="7125" y="188416"/>
                  </a:lnTo>
                  <a:lnTo>
                    <a:pt x="6545" y="189962"/>
                  </a:lnTo>
                  <a:lnTo>
                    <a:pt x="3646" y="201492"/>
                  </a:lnTo>
                  <a:lnTo>
                    <a:pt x="54202" y="201492"/>
                  </a:lnTo>
                  <a:lnTo>
                    <a:pt x="68360" y="202274"/>
                  </a:lnTo>
                  <a:close/>
                </a:path>
                <a:path extrusionOk="0" h="341630" w="405764">
                  <a:moveTo>
                    <a:pt x="1727" y="252918"/>
                  </a:moveTo>
                  <a:lnTo>
                    <a:pt x="55564" y="252918"/>
                  </a:lnTo>
                  <a:lnTo>
                    <a:pt x="67155" y="242180"/>
                  </a:lnTo>
                  <a:lnTo>
                    <a:pt x="50377" y="236433"/>
                  </a:lnTo>
                  <a:lnTo>
                    <a:pt x="64615" y="231114"/>
                  </a:lnTo>
                  <a:lnTo>
                    <a:pt x="48428" y="225866"/>
                  </a:lnTo>
                  <a:lnTo>
                    <a:pt x="63258" y="222644"/>
                  </a:lnTo>
                  <a:lnTo>
                    <a:pt x="48502" y="214219"/>
                  </a:lnTo>
                  <a:lnTo>
                    <a:pt x="64778" y="211933"/>
                  </a:lnTo>
                  <a:lnTo>
                    <a:pt x="54202" y="201492"/>
                  </a:lnTo>
                  <a:lnTo>
                    <a:pt x="3646" y="201492"/>
                  </a:lnTo>
                  <a:lnTo>
                    <a:pt x="2821" y="204772"/>
                  </a:lnTo>
                  <a:lnTo>
                    <a:pt x="563" y="219780"/>
                  </a:lnTo>
                  <a:lnTo>
                    <a:pt x="108" y="225866"/>
                  </a:lnTo>
                  <a:lnTo>
                    <a:pt x="0" y="242180"/>
                  </a:lnTo>
                  <a:lnTo>
                    <a:pt x="1439" y="252079"/>
                  </a:lnTo>
                  <a:lnTo>
                    <a:pt x="1727" y="252918"/>
                  </a:lnTo>
                  <a:close/>
                </a:path>
                <a:path extrusionOk="0" h="341630" w="405764">
                  <a:moveTo>
                    <a:pt x="6663" y="265133"/>
                  </a:moveTo>
                  <a:lnTo>
                    <a:pt x="61348" y="265133"/>
                  </a:lnTo>
                  <a:lnTo>
                    <a:pt x="73134" y="252523"/>
                  </a:lnTo>
                  <a:lnTo>
                    <a:pt x="55564" y="252918"/>
                  </a:lnTo>
                  <a:lnTo>
                    <a:pt x="1727" y="252918"/>
                  </a:lnTo>
                  <a:lnTo>
                    <a:pt x="4884" y="262120"/>
                  </a:lnTo>
                  <a:lnTo>
                    <a:pt x="6663" y="265133"/>
                  </a:lnTo>
                  <a:close/>
                </a:path>
                <a:path extrusionOk="0" h="341630" w="405764">
                  <a:moveTo>
                    <a:pt x="13458" y="276637"/>
                  </a:moveTo>
                  <a:lnTo>
                    <a:pt x="71463" y="276637"/>
                  </a:lnTo>
                  <a:lnTo>
                    <a:pt x="79143" y="260807"/>
                  </a:lnTo>
                  <a:lnTo>
                    <a:pt x="61348" y="265133"/>
                  </a:lnTo>
                  <a:lnTo>
                    <a:pt x="6663" y="265133"/>
                  </a:lnTo>
                  <a:lnTo>
                    <a:pt x="13458" y="276637"/>
                  </a:lnTo>
                  <a:close/>
                </a:path>
                <a:path extrusionOk="0" h="341630" w="405764">
                  <a:moveTo>
                    <a:pt x="164465" y="267134"/>
                  </a:moveTo>
                  <a:lnTo>
                    <a:pt x="177755" y="267134"/>
                  </a:lnTo>
                  <a:lnTo>
                    <a:pt x="161796" y="262120"/>
                  </a:lnTo>
                  <a:lnTo>
                    <a:pt x="162018" y="262120"/>
                  </a:lnTo>
                  <a:lnTo>
                    <a:pt x="164465" y="267134"/>
                  </a:lnTo>
                  <a:close/>
                </a:path>
                <a:path extrusionOk="0" h="341630" w="405764">
                  <a:moveTo>
                    <a:pt x="158646" y="275031"/>
                  </a:moveTo>
                  <a:lnTo>
                    <a:pt x="168319" y="275031"/>
                  </a:lnTo>
                  <a:lnTo>
                    <a:pt x="155290" y="267503"/>
                  </a:lnTo>
                  <a:lnTo>
                    <a:pt x="158646" y="275031"/>
                  </a:lnTo>
                  <a:close/>
                </a:path>
                <a:path extrusionOk="0" h="341630" w="405764">
                  <a:moveTo>
                    <a:pt x="18415" y="284114"/>
                  </a:moveTo>
                  <a:lnTo>
                    <a:pt x="84330" y="284114"/>
                  </a:lnTo>
                  <a:lnTo>
                    <a:pt x="87803" y="267885"/>
                  </a:lnTo>
                  <a:lnTo>
                    <a:pt x="71695" y="276637"/>
                  </a:lnTo>
                  <a:lnTo>
                    <a:pt x="13458" y="276637"/>
                  </a:lnTo>
                  <a:lnTo>
                    <a:pt x="16639" y="282022"/>
                  </a:lnTo>
                  <a:lnTo>
                    <a:pt x="18415" y="284114"/>
                  </a:lnTo>
                  <a:close/>
                </a:path>
                <a:path extrusionOk="0" h="341630" w="405764">
                  <a:moveTo>
                    <a:pt x="148781" y="281062"/>
                  </a:moveTo>
                  <a:lnTo>
                    <a:pt x="161335" y="281062"/>
                  </a:lnTo>
                  <a:lnTo>
                    <a:pt x="148034" y="271406"/>
                  </a:lnTo>
                  <a:lnTo>
                    <a:pt x="148781" y="281062"/>
                  </a:lnTo>
                  <a:close/>
                </a:path>
                <a:path extrusionOk="0" h="341630" w="405764">
                  <a:moveTo>
                    <a:pt x="22025" y="288368"/>
                  </a:moveTo>
                  <a:lnTo>
                    <a:pt x="95811" y="288368"/>
                  </a:lnTo>
                  <a:lnTo>
                    <a:pt x="97256" y="272695"/>
                  </a:lnTo>
                  <a:lnTo>
                    <a:pt x="84330" y="284114"/>
                  </a:lnTo>
                  <a:lnTo>
                    <a:pt x="18415" y="284114"/>
                  </a:lnTo>
                  <a:lnTo>
                    <a:pt x="22025" y="288368"/>
                  </a:lnTo>
                  <a:close/>
                </a:path>
                <a:path extrusionOk="0" h="341630" w="405764">
                  <a:moveTo>
                    <a:pt x="136549" y="285636"/>
                  </a:moveTo>
                  <a:lnTo>
                    <a:pt x="149134" y="285636"/>
                  </a:lnTo>
                  <a:lnTo>
                    <a:pt x="137563" y="275630"/>
                  </a:lnTo>
                  <a:lnTo>
                    <a:pt x="136549" y="285636"/>
                  </a:lnTo>
                  <a:close/>
                </a:path>
                <a:path extrusionOk="0" h="341630" w="405764">
                  <a:moveTo>
                    <a:pt x="24819" y="291659"/>
                  </a:moveTo>
                  <a:lnTo>
                    <a:pt x="107443" y="291659"/>
                  </a:lnTo>
                  <a:lnTo>
                    <a:pt x="107339" y="288368"/>
                  </a:lnTo>
                  <a:lnTo>
                    <a:pt x="107253" y="285636"/>
                  </a:lnTo>
                  <a:lnTo>
                    <a:pt x="107139" y="282022"/>
                  </a:lnTo>
                  <a:lnTo>
                    <a:pt x="107028" y="278496"/>
                  </a:lnTo>
                  <a:lnTo>
                    <a:pt x="106969" y="276637"/>
                  </a:lnTo>
                  <a:lnTo>
                    <a:pt x="95811" y="288368"/>
                  </a:lnTo>
                  <a:lnTo>
                    <a:pt x="22025" y="288368"/>
                  </a:lnTo>
                  <a:lnTo>
                    <a:pt x="24819" y="291659"/>
                  </a:lnTo>
                  <a:close/>
                </a:path>
                <a:path extrusionOk="0" h="341630" w="405764">
                  <a:moveTo>
                    <a:pt x="120606" y="290271"/>
                  </a:moveTo>
                  <a:lnTo>
                    <a:pt x="136080" y="290271"/>
                  </a:lnTo>
                  <a:lnTo>
                    <a:pt x="127032" y="278265"/>
                  </a:lnTo>
                  <a:lnTo>
                    <a:pt x="120606" y="290271"/>
                  </a:lnTo>
                  <a:close/>
                </a:path>
                <a:path extrusionOk="0" h="341630" w="405764">
                  <a:moveTo>
                    <a:pt x="25082" y="291969"/>
                  </a:moveTo>
                  <a:lnTo>
                    <a:pt x="119697" y="291969"/>
                  </a:lnTo>
                  <a:lnTo>
                    <a:pt x="117007" y="278496"/>
                  </a:lnTo>
                  <a:lnTo>
                    <a:pt x="107443" y="291659"/>
                  </a:lnTo>
                  <a:lnTo>
                    <a:pt x="24819" y="291659"/>
                  </a:lnTo>
                  <a:lnTo>
                    <a:pt x="25082" y="291969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6" name="Google Shape;276;p3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35423" y="2511551"/>
              <a:ext cx="405383" cy="222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3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009346" y="1770259"/>
              <a:ext cx="1109213" cy="1183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33"/>
            <p:cNvSpPr/>
            <p:nvPr/>
          </p:nvSpPr>
          <p:spPr>
            <a:xfrm>
              <a:off x="4179744" y="2954546"/>
              <a:ext cx="2800985" cy="739140"/>
            </a:xfrm>
            <a:custGeom>
              <a:rect b="b" l="l" r="r" t="t"/>
              <a:pathLst>
                <a:path extrusionOk="0" h="739139" w="2800984">
                  <a:moveTo>
                    <a:pt x="2797993" y="739030"/>
                  </a:moveTo>
                  <a:lnTo>
                    <a:pt x="2657332" y="713830"/>
                  </a:lnTo>
                  <a:lnTo>
                    <a:pt x="2312866" y="657863"/>
                  </a:lnTo>
                  <a:lnTo>
                    <a:pt x="1880867" y="600582"/>
                  </a:lnTo>
                  <a:lnTo>
                    <a:pt x="1477609" y="571438"/>
                  </a:lnTo>
                  <a:lnTo>
                    <a:pt x="1050955" y="590685"/>
                  </a:lnTo>
                  <a:lnTo>
                    <a:pt x="567483" y="639864"/>
                  </a:lnTo>
                  <a:lnTo>
                    <a:pt x="171545" y="690356"/>
                  </a:lnTo>
                  <a:lnTo>
                    <a:pt x="7487" y="713547"/>
                  </a:lnTo>
                  <a:lnTo>
                    <a:pt x="0" y="0"/>
                  </a:lnTo>
                  <a:lnTo>
                    <a:pt x="2800489" y="9556"/>
                  </a:lnTo>
                  <a:lnTo>
                    <a:pt x="2797993" y="739030"/>
                  </a:lnTo>
                  <a:close/>
                </a:path>
              </a:pathLst>
            </a:custGeom>
            <a:solidFill>
              <a:srgbClr val="2429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4179744" y="2954546"/>
              <a:ext cx="2800985" cy="739140"/>
            </a:xfrm>
            <a:custGeom>
              <a:rect b="b" l="l" r="r" t="t"/>
              <a:pathLst>
                <a:path extrusionOk="0" h="739139" w="2800984">
                  <a:moveTo>
                    <a:pt x="0" y="0"/>
                  </a:moveTo>
                  <a:lnTo>
                    <a:pt x="7487" y="713547"/>
                  </a:lnTo>
                  <a:lnTo>
                    <a:pt x="171545" y="690356"/>
                  </a:lnTo>
                  <a:lnTo>
                    <a:pt x="567483" y="639864"/>
                  </a:lnTo>
                  <a:lnTo>
                    <a:pt x="1050955" y="590685"/>
                  </a:lnTo>
                  <a:lnTo>
                    <a:pt x="1477609" y="571438"/>
                  </a:lnTo>
                  <a:lnTo>
                    <a:pt x="1880867" y="600582"/>
                  </a:lnTo>
                  <a:lnTo>
                    <a:pt x="2312866" y="657863"/>
                  </a:lnTo>
                  <a:lnTo>
                    <a:pt x="2657332" y="713830"/>
                  </a:lnTo>
                  <a:lnTo>
                    <a:pt x="2797993" y="739030"/>
                  </a:lnTo>
                  <a:lnTo>
                    <a:pt x="2800489" y="9556"/>
                  </a:lnTo>
                  <a:lnTo>
                    <a:pt x="0" y="0"/>
                  </a:lnTo>
                </a:path>
              </a:pathLst>
            </a:custGeom>
            <a:noFill/>
            <a:ln cap="flat" cmpd="sng" w="22475">
              <a:solidFill>
                <a:srgbClr val="121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0" name="Google Shape;280;p3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194047" y="2935223"/>
              <a:ext cx="2797470" cy="679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1" name="Google Shape;281;p33"/>
          <p:cNvSpPr txBox="1"/>
          <p:nvPr/>
        </p:nvSpPr>
        <p:spPr>
          <a:xfrm>
            <a:off x="5057748" y="4201375"/>
            <a:ext cx="31209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LOGO RECRIADA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6" name="Google Shape;286;p34"/>
          <p:cNvSpPr txBox="1"/>
          <p:nvPr>
            <p:ph type="title"/>
          </p:nvPr>
        </p:nvSpPr>
        <p:spPr>
          <a:xfrm>
            <a:off x="2064900" y="800150"/>
            <a:ext cx="5014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CRIAÇÃO DA LOGO</a:t>
            </a:r>
            <a:endParaRPr/>
          </a:p>
        </p:txBody>
      </p:sp>
      <p:pic>
        <p:nvPicPr>
          <p:cNvPr id="287" name="Google Shape;28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045" y="1779381"/>
            <a:ext cx="91793" cy="9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045" y="2160672"/>
            <a:ext cx="91793" cy="9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045" y="2549032"/>
            <a:ext cx="91793" cy="9179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/>
          <p:nvPr/>
        </p:nvSpPr>
        <p:spPr>
          <a:xfrm>
            <a:off x="1911059" y="2930323"/>
            <a:ext cx="115261" cy="91958"/>
          </a:xfrm>
          <a:custGeom>
            <a:rect b="b" l="l" r="r" t="t"/>
            <a:pathLst>
              <a:path extrusionOk="0" h="95250" w="95250">
                <a:moveTo>
                  <a:pt x="95079" y="95079"/>
                </a:moveTo>
                <a:lnTo>
                  <a:pt x="0" y="95079"/>
                </a:lnTo>
                <a:lnTo>
                  <a:pt x="0" y="0"/>
                </a:lnTo>
                <a:lnTo>
                  <a:pt x="95079" y="0"/>
                </a:lnTo>
                <a:lnTo>
                  <a:pt x="95079" y="950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1911059" y="3318684"/>
            <a:ext cx="115261" cy="91958"/>
          </a:xfrm>
          <a:custGeom>
            <a:rect b="b" l="l" r="r" t="t"/>
            <a:pathLst>
              <a:path extrusionOk="0" h="95250" w="95250">
                <a:moveTo>
                  <a:pt x="95079" y="95079"/>
                </a:moveTo>
                <a:lnTo>
                  <a:pt x="0" y="95079"/>
                </a:lnTo>
                <a:lnTo>
                  <a:pt x="0" y="0"/>
                </a:lnTo>
                <a:lnTo>
                  <a:pt x="95079" y="0"/>
                </a:lnTo>
                <a:lnTo>
                  <a:pt x="95079" y="950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1911059" y="3707044"/>
            <a:ext cx="115261" cy="91958"/>
          </a:xfrm>
          <a:custGeom>
            <a:rect b="b" l="l" r="r" t="t"/>
            <a:pathLst>
              <a:path extrusionOk="0" h="95250" w="95250">
                <a:moveTo>
                  <a:pt x="95079" y="95079"/>
                </a:moveTo>
                <a:lnTo>
                  <a:pt x="0" y="95079"/>
                </a:lnTo>
                <a:lnTo>
                  <a:pt x="0" y="0"/>
                </a:lnTo>
                <a:lnTo>
                  <a:pt x="95079" y="0"/>
                </a:lnTo>
                <a:lnTo>
                  <a:pt x="95079" y="950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 txBox="1"/>
          <p:nvPr/>
        </p:nvSpPr>
        <p:spPr>
          <a:xfrm>
            <a:off x="1836367" y="1579301"/>
            <a:ext cx="5831400" cy="25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209613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Fundamento cultural A paleta de cores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Elementos simbólicos: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304800" marR="5080" rtl="0" algn="l">
              <a:lnSpc>
                <a:spcPct val="132083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Escudo </a:t>
            </a: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representando</a:t>
            </a: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o segurança A engrenagem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30480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 caminhão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98" name="Google Shape;298;p35"/>
          <p:cNvSpPr txBox="1"/>
          <p:nvPr>
            <p:ph type="title"/>
          </p:nvPr>
        </p:nvSpPr>
        <p:spPr>
          <a:xfrm>
            <a:off x="2226000" y="1433900"/>
            <a:ext cx="4692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ANIMAÇÃO</a:t>
            </a:r>
            <a:endParaRPr/>
          </a:p>
        </p:txBody>
      </p:sp>
      <p:pic>
        <p:nvPicPr>
          <p:cNvPr id="299" name="Google Shape;2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0475" y="2358380"/>
            <a:ext cx="91793" cy="9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0475" y="2739684"/>
            <a:ext cx="91793" cy="9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0475" y="3128032"/>
            <a:ext cx="91793" cy="9179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/>
        </p:nvSpPr>
        <p:spPr>
          <a:xfrm>
            <a:off x="2573021" y="2158289"/>
            <a:ext cx="4358384" cy="11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SVG como animação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2083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Escala, rotação e opacidade Gradiente em movimento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07" name="Google Shape;307;p36"/>
          <p:cNvSpPr txBox="1"/>
          <p:nvPr>
            <p:ph type="title"/>
          </p:nvPr>
        </p:nvSpPr>
        <p:spPr>
          <a:xfrm>
            <a:off x="578095" y="258878"/>
            <a:ext cx="79761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50"/>
              <a:t>DECOMPOSIÇÃO CROMÁTICA DO LOGO</a:t>
            </a:r>
            <a:endParaRPr sz="3050"/>
          </a:p>
        </p:txBody>
      </p:sp>
      <p:grpSp>
        <p:nvGrpSpPr>
          <p:cNvPr id="308" name="Google Shape;308;p36"/>
          <p:cNvGrpSpPr/>
          <p:nvPr/>
        </p:nvGrpSpPr>
        <p:grpSpPr>
          <a:xfrm>
            <a:off x="3386910" y="1841680"/>
            <a:ext cx="2592630" cy="2069073"/>
            <a:chOff x="2798905" y="1907617"/>
            <a:chExt cx="2142521" cy="2143151"/>
          </a:xfrm>
        </p:grpSpPr>
        <p:pic>
          <p:nvPicPr>
            <p:cNvPr id="309" name="Google Shape;309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98905" y="1907617"/>
              <a:ext cx="2142521" cy="2143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3609" y="2339563"/>
              <a:ext cx="1178539" cy="1214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36"/>
            <p:cNvSpPr/>
            <p:nvPr/>
          </p:nvSpPr>
          <p:spPr>
            <a:xfrm>
              <a:off x="3273609" y="2339563"/>
              <a:ext cx="1178560" cy="1214755"/>
            </a:xfrm>
            <a:custGeom>
              <a:rect b="b" l="l" r="r" t="t"/>
              <a:pathLst>
                <a:path extrusionOk="0" h="1214754" w="1178560">
                  <a:moveTo>
                    <a:pt x="589269" y="0"/>
                  </a:moveTo>
                  <a:lnTo>
                    <a:pt x="545924" y="1644"/>
                  </a:lnTo>
                  <a:lnTo>
                    <a:pt x="502806" y="6572"/>
                  </a:lnTo>
                  <a:lnTo>
                    <a:pt x="460156" y="14756"/>
                  </a:lnTo>
                  <a:lnTo>
                    <a:pt x="418214" y="26150"/>
                  </a:lnTo>
                  <a:lnTo>
                    <a:pt x="377199" y="40693"/>
                  </a:lnTo>
                  <a:lnTo>
                    <a:pt x="337325" y="58310"/>
                  </a:lnTo>
                  <a:lnTo>
                    <a:pt x="298816" y="78903"/>
                  </a:lnTo>
                  <a:lnTo>
                    <a:pt x="261889" y="102355"/>
                  </a:lnTo>
                  <a:lnTo>
                    <a:pt x="226736" y="128544"/>
                  </a:lnTo>
                  <a:lnTo>
                    <a:pt x="193540" y="157332"/>
                  </a:lnTo>
                  <a:lnTo>
                    <a:pt x="162490" y="188561"/>
                  </a:lnTo>
                  <a:lnTo>
                    <a:pt x="133758" y="222052"/>
                  </a:lnTo>
                  <a:lnTo>
                    <a:pt x="107494" y="257631"/>
                  </a:lnTo>
                  <a:lnTo>
                    <a:pt x="83836" y="295112"/>
                  </a:lnTo>
                  <a:lnTo>
                    <a:pt x="62917" y="334286"/>
                  </a:lnTo>
                  <a:lnTo>
                    <a:pt x="44855" y="374932"/>
                  </a:lnTo>
                  <a:lnTo>
                    <a:pt x="29742" y="416837"/>
                  </a:lnTo>
                  <a:lnTo>
                    <a:pt x="17659" y="459783"/>
                  </a:lnTo>
                  <a:lnTo>
                    <a:pt x="8674" y="503529"/>
                  </a:lnTo>
                  <a:lnTo>
                    <a:pt x="2837" y="547829"/>
                  </a:lnTo>
                  <a:lnTo>
                    <a:pt x="177" y="592452"/>
                  </a:lnTo>
                  <a:lnTo>
                    <a:pt x="0" y="607362"/>
                  </a:lnTo>
                  <a:lnTo>
                    <a:pt x="177" y="622271"/>
                  </a:lnTo>
                  <a:lnTo>
                    <a:pt x="2837" y="666892"/>
                  </a:lnTo>
                  <a:lnTo>
                    <a:pt x="8674" y="711191"/>
                  </a:lnTo>
                  <a:lnTo>
                    <a:pt x="17659" y="754936"/>
                  </a:lnTo>
                  <a:lnTo>
                    <a:pt x="29742" y="797881"/>
                  </a:lnTo>
                  <a:lnTo>
                    <a:pt x="44855" y="839785"/>
                  </a:lnTo>
                  <a:lnTo>
                    <a:pt x="62918" y="880430"/>
                  </a:lnTo>
                  <a:lnTo>
                    <a:pt x="83836" y="919603"/>
                  </a:lnTo>
                  <a:lnTo>
                    <a:pt x="107494" y="957083"/>
                  </a:lnTo>
                  <a:lnTo>
                    <a:pt x="133758" y="992661"/>
                  </a:lnTo>
                  <a:lnTo>
                    <a:pt x="162490" y="1026152"/>
                  </a:lnTo>
                  <a:lnTo>
                    <a:pt x="193541" y="1057379"/>
                  </a:lnTo>
                  <a:lnTo>
                    <a:pt x="226736" y="1086168"/>
                  </a:lnTo>
                  <a:lnTo>
                    <a:pt x="261889" y="1112356"/>
                  </a:lnTo>
                  <a:lnTo>
                    <a:pt x="298816" y="1135808"/>
                  </a:lnTo>
                  <a:lnTo>
                    <a:pt x="337324" y="1156401"/>
                  </a:lnTo>
                  <a:lnTo>
                    <a:pt x="377198" y="1174018"/>
                  </a:lnTo>
                  <a:lnTo>
                    <a:pt x="418214" y="1188561"/>
                  </a:lnTo>
                  <a:lnTo>
                    <a:pt x="460156" y="1199955"/>
                  </a:lnTo>
                  <a:lnTo>
                    <a:pt x="502806" y="1208140"/>
                  </a:lnTo>
                  <a:lnTo>
                    <a:pt x="545925" y="1213068"/>
                  </a:lnTo>
                  <a:lnTo>
                    <a:pt x="589269" y="1214713"/>
                  </a:lnTo>
                  <a:lnTo>
                    <a:pt x="603735" y="1214530"/>
                  </a:lnTo>
                  <a:lnTo>
                    <a:pt x="647028" y="1211788"/>
                  </a:lnTo>
                  <a:lnTo>
                    <a:pt x="690008" y="1205772"/>
                  </a:lnTo>
                  <a:lnTo>
                    <a:pt x="732451" y="1196512"/>
                  </a:lnTo>
                  <a:lnTo>
                    <a:pt x="774117" y="1184057"/>
                  </a:lnTo>
                  <a:lnTo>
                    <a:pt x="814773" y="1168481"/>
                  </a:lnTo>
                  <a:lnTo>
                    <a:pt x="854208" y="1149864"/>
                  </a:lnTo>
                  <a:lnTo>
                    <a:pt x="892215" y="1128304"/>
                  </a:lnTo>
                  <a:lnTo>
                    <a:pt x="928580" y="1103920"/>
                  </a:lnTo>
                  <a:lnTo>
                    <a:pt x="963099" y="1076850"/>
                  </a:lnTo>
                  <a:lnTo>
                    <a:pt x="995592" y="1047237"/>
                  </a:lnTo>
                  <a:lnTo>
                    <a:pt x="1025891" y="1015233"/>
                  </a:lnTo>
                  <a:lnTo>
                    <a:pt x="1053822" y="981019"/>
                  </a:lnTo>
                  <a:lnTo>
                    <a:pt x="1079230" y="944788"/>
                  </a:lnTo>
                  <a:lnTo>
                    <a:pt x="1101984" y="906728"/>
                  </a:lnTo>
                  <a:lnTo>
                    <a:pt x="1121964" y="867038"/>
                  </a:lnTo>
                  <a:lnTo>
                    <a:pt x="1139056" y="825940"/>
                  </a:lnTo>
                  <a:lnTo>
                    <a:pt x="1153166" y="783666"/>
                  </a:lnTo>
                  <a:lnTo>
                    <a:pt x="1164221" y="740437"/>
                  </a:lnTo>
                  <a:lnTo>
                    <a:pt x="1172162" y="696478"/>
                  </a:lnTo>
                  <a:lnTo>
                    <a:pt x="1176943" y="652036"/>
                  </a:lnTo>
                  <a:lnTo>
                    <a:pt x="1178539" y="607362"/>
                  </a:lnTo>
                  <a:lnTo>
                    <a:pt x="1178362" y="592452"/>
                  </a:lnTo>
                  <a:lnTo>
                    <a:pt x="1175703" y="547830"/>
                  </a:lnTo>
                  <a:lnTo>
                    <a:pt x="1169866" y="503530"/>
                  </a:lnTo>
                  <a:lnTo>
                    <a:pt x="1160882" y="459785"/>
                  </a:lnTo>
                  <a:lnTo>
                    <a:pt x="1148798" y="416839"/>
                  </a:lnTo>
                  <a:lnTo>
                    <a:pt x="1133686" y="374935"/>
                  </a:lnTo>
                  <a:lnTo>
                    <a:pt x="1115624" y="334289"/>
                  </a:lnTo>
                  <a:lnTo>
                    <a:pt x="1094706" y="295115"/>
                  </a:lnTo>
                  <a:lnTo>
                    <a:pt x="1071048" y="257634"/>
                  </a:lnTo>
                  <a:lnTo>
                    <a:pt x="1044784" y="222056"/>
                  </a:lnTo>
                  <a:lnTo>
                    <a:pt x="1016053" y="188564"/>
                  </a:lnTo>
                  <a:lnTo>
                    <a:pt x="985002" y="157336"/>
                  </a:lnTo>
                  <a:lnTo>
                    <a:pt x="951807" y="128547"/>
                  </a:lnTo>
                  <a:lnTo>
                    <a:pt x="916653" y="102359"/>
                  </a:lnTo>
                  <a:lnTo>
                    <a:pt x="879726" y="78906"/>
                  </a:lnTo>
                  <a:lnTo>
                    <a:pt x="841217" y="58312"/>
                  </a:lnTo>
                  <a:lnTo>
                    <a:pt x="801342" y="40695"/>
                  </a:lnTo>
                  <a:lnTo>
                    <a:pt x="760327" y="26152"/>
                  </a:lnTo>
                  <a:lnTo>
                    <a:pt x="718385" y="14758"/>
                  </a:lnTo>
                  <a:lnTo>
                    <a:pt x="675734" y="6573"/>
                  </a:lnTo>
                  <a:lnTo>
                    <a:pt x="632615" y="1645"/>
                  </a:lnTo>
                  <a:lnTo>
                    <a:pt x="589269" y="0"/>
                  </a:lnTo>
                </a:path>
                <a:path extrusionOk="0" h="1214754" w="1178560">
                  <a:moveTo>
                    <a:pt x="589269" y="78468"/>
                  </a:moveTo>
                  <a:lnTo>
                    <a:pt x="638480" y="81015"/>
                  </a:lnTo>
                  <a:lnTo>
                    <a:pt x="687217" y="88630"/>
                  </a:lnTo>
                  <a:lnTo>
                    <a:pt x="735011" y="101241"/>
                  </a:lnTo>
                  <a:lnTo>
                    <a:pt x="781401" y="118727"/>
                  </a:lnTo>
                  <a:lnTo>
                    <a:pt x="825940" y="140918"/>
                  </a:lnTo>
                  <a:lnTo>
                    <a:pt x="868201" y="167602"/>
                  </a:lnTo>
                  <a:lnTo>
                    <a:pt x="907775" y="198521"/>
                  </a:lnTo>
                  <a:lnTo>
                    <a:pt x="944282" y="233377"/>
                  </a:lnTo>
                  <a:lnTo>
                    <a:pt x="977369" y="271835"/>
                  </a:lnTo>
                  <a:lnTo>
                    <a:pt x="999746" y="302816"/>
                  </a:lnTo>
                  <a:lnTo>
                    <a:pt x="1019903" y="335455"/>
                  </a:lnTo>
                  <a:lnTo>
                    <a:pt x="1037725" y="369568"/>
                  </a:lnTo>
                  <a:lnTo>
                    <a:pt x="1053114" y="404963"/>
                  </a:lnTo>
                  <a:lnTo>
                    <a:pt x="1065990" y="441454"/>
                  </a:lnTo>
                  <a:lnTo>
                    <a:pt x="1076285" y="478851"/>
                  </a:lnTo>
                  <a:lnTo>
                    <a:pt x="1083939" y="516945"/>
                  </a:lnTo>
                  <a:lnTo>
                    <a:pt x="1088912" y="555521"/>
                  </a:lnTo>
                  <a:lnTo>
                    <a:pt x="1091178" y="594378"/>
                  </a:lnTo>
                  <a:lnTo>
                    <a:pt x="1091329" y="607362"/>
                  </a:lnTo>
                  <a:lnTo>
                    <a:pt x="1091178" y="620345"/>
                  </a:lnTo>
                  <a:lnTo>
                    <a:pt x="1088912" y="659201"/>
                  </a:lnTo>
                  <a:lnTo>
                    <a:pt x="1083939" y="697776"/>
                  </a:lnTo>
                  <a:lnTo>
                    <a:pt x="1076284" y="735869"/>
                  </a:lnTo>
                  <a:lnTo>
                    <a:pt x="1065989" y="773266"/>
                  </a:lnTo>
                  <a:lnTo>
                    <a:pt x="1053112" y="809756"/>
                  </a:lnTo>
                  <a:lnTo>
                    <a:pt x="1037724" y="845149"/>
                  </a:lnTo>
                  <a:lnTo>
                    <a:pt x="1019901" y="879261"/>
                  </a:lnTo>
                  <a:lnTo>
                    <a:pt x="999745" y="911899"/>
                  </a:lnTo>
                  <a:lnTo>
                    <a:pt x="977367" y="942881"/>
                  </a:lnTo>
                  <a:lnTo>
                    <a:pt x="944279" y="981338"/>
                  </a:lnTo>
                  <a:lnTo>
                    <a:pt x="907773" y="1016193"/>
                  </a:lnTo>
                  <a:lnTo>
                    <a:pt x="868199" y="1047111"/>
                  </a:lnTo>
                  <a:lnTo>
                    <a:pt x="825939" y="1073794"/>
                  </a:lnTo>
                  <a:lnTo>
                    <a:pt x="781399" y="1095985"/>
                  </a:lnTo>
                  <a:lnTo>
                    <a:pt x="735010" y="1113470"/>
                  </a:lnTo>
                  <a:lnTo>
                    <a:pt x="687217" y="1126081"/>
                  </a:lnTo>
                  <a:lnTo>
                    <a:pt x="638480" y="1133697"/>
                  </a:lnTo>
                  <a:lnTo>
                    <a:pt x="589269" y="1136244"/>
                  </a:lnTo>
                  <a:lnTo>
                    <a:pt x="576944" y="1136084"/>
                  </a:lnTo>
                  <a:lnTo>
                    <a:pt x="527809" y="1132266"/>
                  </a:lnTo>
                  <a:lnTo>
                    <a:pt x="479264" y="1123392"/>
                  </a:lnTo>
                  <a:lnTo>
                    <a:pt x="431779" y="1109549"/>
                  </a:lnTo>
                  <a:lnTo>
                    <a:pt x="385811" y="1090870"/>
                  </a:lnTo>
                  <a:lnTo>
                    <a:pt x="341802" y="1067534"/>
                  </a:lnTo>
                  <a:lnTo>
                    <a:pt x="300177" y="1039766"/>
                  </a:lnTo>
                  <a:lnTo>
                    <a:pt x="261335" y="1007834"/>
                  </a:lnTo>
                  <a:lnTo>
                    <a:pt x="225652" y="972045"/>
                  </a:lnTo>
                  <a:lnTo>
                    <a:pt x="193470" y="932744"/>
                  </a:lnTo>
                  <a:lnTo>
                    <a:pt x="171822" y="901193"/>
                  </a:lnTo>
                  <a:lnTo>
                    <a:pt x="152436" y="868051"/>
                  </a:lnTo>
                  <a:lnTo>
                    <a:pt x="135413" y="833488"/>
                  </a:lnTo>
                  <a:lnTo>
                    <a:pt x="120850" y="797700"/>
                  </a:lnTo>
                  <a:lnTo>
                    <a:pt x="108829" y="760888"/>
                  </a:lnTo>
                  <a:lnTo>
                    <a:pt x="99410" y="723244"/>
                  </a:lnTo>
                  <a:lnTo>
                    <a:pt x="92644" y="684964"/>
                  </a:lnTo>
                  <a:lnTo>
                    <a:pt x="88570" y="646264"/>
                  </a:lnTo>
                  <a:lnTo>
                    <a:pt x="87210" y="607362"/>
                  </a:lnTo>
                  <a:lnTo>
                    <a:pt x="87361" y="594378"/>
                  </a:lnTo>
                  <a:lnTo>
                    <a:pt x="89626" y="555521"/>
                  </a:lnTo>
                  <a:lnTo>
                    <a:pt x="94599" y="516945"/>
                  </a:lnTo>
                  <a:lnTo>
                    <a:pt x="102253" y="478851"/>
                  </a:lnTo>
                  <a:lnTo>
                    <a:pt x="112547" y="441454"/>
                  </a:lnTo>
                  <a:lnTo>
                    <a:pt x="125423" y="404964"/>
                  </a:lnTo>
                  <a:lnTo>
                    <a:pt x="140812" y="369569"/>
                  </a:lnTo>
                  <a:lnTo>
                    <a:pt x="158634" y="335457"/>
                  </a:lnTo>
                  <a:lnTo>
                    <a:pt x="178791" y="302818"/>
                  </a:lnTo>
                  <a:lnTo>
                    <a:pt x="201168" y="271836"/>
                  </a:lnTo>
                  <a:lnTo>
                    <a:pt x="234255" y="233378"/>
                  </a:lnTo>
                  <a:lnTo>
                    <a:pt x="270762" y="198522"/>
                  </a:lnTo>
                  <a:lnTo>
                    <a:pt x="310336" y="167603"/>
                  </a:lnTo>
                  <a:lnTo>
                    <a:pt x="352597" y="140920"/>
                  </a:lnTo>
                  <a:lnTo>
                    <a:pt x="397137" y="118728"/>
                  </a:lnTo>
                  <a:lnTo>
                    <a:pt x="443527" y="101242"/>
                  </a:lnTo>
                  <a:lnTo>
                    <a:pt x="491321" y="88631"/>
                  </a:lnTo>
                  <a:lnTo>
                    <a:pt x="540058" y="81015"/>
                  </a:lnTo>
                  <a:lnTo>
                    <a:pt x="589269" y="7846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36"/>
          <p:cNvSpPr/>
          <p:nvPr/>
        </p:nvSpPr>
        <p:spPr>
          <a:xfrm>
            <a:off x="1530494" y="3066267"/>
            <a:ext cx="1459198" cy="593434"/>
          </a:xfrm>
          <a:custGeom>
            <a:rect b="b" l="l" r="r" t="t"/>
            <a:pathLst>
              <a:path extrusionOk="0" h="614679" w="1205864">
                <a:moveTo>
                  <a:pt x="1205512" y="614169"/>
                </a:moveTo>
                <a:lnTo>
                  <a:pt x="0" y="614169"/>
                </a:lnTo>
                <a:lnTo>
                  <a:pt x="0" y="0"/>
                </a:lnTo>
                <a:lnTo>
                  <a:pt x="1205512" y="0"/>
                </a:lnTo>
                <a:lnTo>
                  <a:pt x="1205512" y="614169"/>
                </a:lnTo>
                <a:close/>
              </a:path>
            </a:pathLst>
          </a:custGeom>
          <a:solidFill>
            <a:srgbClr val="83857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6"/>
          <p:cNvSpPr txBox="1"/>
          <p:nvPr/>
        </p:nvSpPr>
        <p:spPr>
          <a:xfrm>
            <a:off x="1621187" y="3086152"/>
            <a:ext cx="317351" cy="18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hex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2292370" y="3092568"/>
            <a:ext cx="626249" cy="1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Trebuchet MS"/>
                <a:ea typeface="Trebuchet MS"/>
                <a:cs typeface="Trebuchet MS"/>
                <a:sym typeface="Trebuchet MS"/>
              </a:rPr>
              <a:t>#84857F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1588837" y="3237965"/>
            <a:ext cx="1346243" cy="348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87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rgb </a:t>
            </a:r>
            <a:r>
              <a:rPr b="1" baseline="30000" lang="pt-BR" sz="1500">
                <a:latin typeface="Trebuchet MS"/>
                <a:ea typeface="Trebuchet MS"/>
                <a:cs typeface="Trebuchet MS"/>
                <a:sym typeface="Trebuchet MS"/>
              </a:rPr>
              <a:t>132, 133, 127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3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cmyk	</a:t>
            </a:r>
            <a:r>
              <a:rPr b="1" lang="pt-BR" sz="1000">
                <a:latin typeface="Trebuchet MS"/>
                <a:ea typeface="Trebuchet MS"/>
                <a:cs typeface="Trebuchet MS"/>
                <a:sym typeface="Trebuchet MS"/>
              </a:rPr>
              <a:t>1, 0, 5, 48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1611718" y="1977232"/>
            <a:ext cx="1459198" cy="586077"/>
          </a:xfrm>
          <a:custGeom>
            <a:rect b="b" l="l" r="r" t="t"/>
            <a:pathLst>
              <a:path extrusionOk="0" h="607060" w="1205864">
                <a:moveTo>
                  <a:pt x="1205512" y="606679"/>
                </a:moveTo>
                <a:lnTo>
                  <a:pt x="0" y="606679"/>
                </a:lnTo>
                <a:lnTo>
                  <a:pt x="0" y="0"/>
                </a:lnTo>
                <a:lnTo>
                  <a:pt x="1205512" y="0"/>
                </a:lnTo>
                <a:lnTo>
                  <a:pt x="1205512" y="606679"/>
                </a:lnTo>
                <a:close/>
              </a:path>
            </a:pathLst>
          </a:custGeom>
          <a:solidFill>
            <a:srgbClr val="C3C4B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"/>
          <p:cNvSpPr txBox="1"/>
          <p:nvPr/>
        </p:nvSpPr>
        <p:spPr>
          <a:xfrm>
            <a:off x="1702410" y="1997118"/>
            <a:ext cx="317351" cy="18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hex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8" name="Google Shape;318;p36"/>
          <p:cNvSpPr txBox="1"/>
          <p:nvPr/>
        </p:nvSpPr>
        <p:spPr>
          <a:xfrm>
            <a:off x="2373594" y="2003535"/>
            <a:ext cx="653143" cy="1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latin typeface="Trebuchet MS"/>
                <a:ea typeface="Trebuchet MS"/>
                <a:cs typeface="Trebuchet MS"/>
                <a:sym typeface="Trebuchet MS"/>
              </a:rPr>
              <a:t>#4C5C0F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9" name="Google Shape;319;p36"/>
          <p:cNvSpPr txBox="1"/>
          <p:nvPr/>
        </p:nvSpPr>
        <p:spPr>
          <a:xfrm>
            <a:off x="1670061" y="2148930"/>
            <a:ext cx="1346243" cy="348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87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rgb </a:t>
            </a:r>
            <a:r>
              <a:rPr b="1" baseline="30000" lang="pt-BR" sz="1500">
                <a:latin typeface="Trebuchet MS"/>
                <a:ea typeface="Trebuchet MS"/>
                <a:cs typeface="Trebuchet MS"/>
                <a:sym typeface="Trebuchet MS"/>
              </a:rPr>
              <a:t>196, 197, 192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143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cmyk	</a:t>
            </a:r>
            <a:r>
              <a:rPr b="1" lang="pt-BR" sz="1000">
                <a:latin typeface="Trebuchet MS"/>
                <a:ea typeface="Trebuchet MS"/>
                <a:cs typeface="Trebuchet MS"/>
                <a:sym typeface="Trebuchet MS"/>
              </a:rPr>
              <a:t>1, 0, 5, 77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0" name="Google Shape;320;p36"/>
          <p:cNvSpPr txBox="1"/>
          <p:nvPr/>
        </p:nvSpPr>
        <p:spPr>
          <a:xfrm>
            <a:off x="2755652" y="4003928"/>
            <a:ext cx="1459198" cy="586077"/>
          </a:xfrm>
          <a:prstGeom prst="rect">
            <a:avLst/>
          </a:prstGeom>
          <a:solidFill>
            <a:srgbClr val="4F4F4F"/>
          </a:solidFill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74930" rtl="0" algn="l">
              <a:lnSpc>
                <a:spcPct val="8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hex	</a:t>
            </a:r>
            <a:r>
              <a:rPr b="1" baseline="30000" lang="pt-BR" sz="1500">
                <a:latin typeface="Trebuchet MS"/>
                <a:ea typeface="Trebuchet MS"/>
                <a:cs typeface="Trebuchet MS"/>
                <a:sym typeface="Trebuchet MS"/>
              </a:rPr>
              <a:t>#505050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7625" rtl="0" algn="l">
              <a:lnSpc>
                <a:spcPct val="84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rgb	</a:t>
            </a:r>
            <a:r>
              <a:rPr b="1" baseline="30000" lang="pt-BR" sz="1500">
                <a:latin typeface="Trebuchet MS"/>
                <a:ea typeface="Trebuchet MS"/>
                <a:cs typeface="Trebuchet MS"/>
                <a:sym typeface="Trebuchet MS"/>
              </a:rPr>
              <a:t>80, 80, 80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969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latin typeface="Trebuchet MS"/>
                <a:ea typeface="Trebuchet MS"/>
                <a:cs typeface="Trebuchet MS"/>
                <a:sym typeface="Trebuchet MS"/>
              </a:rPr>
              <a:t>cmyk	</a:t>
            </a:r>
            <a:r>
              <a:rPr b="1" lang="pt-BR" sz="1000">
                <a:latin typeface="Trebuchet MS"/>
                <a:ea typeface="Trebuchet MS"/>
                <a:cs typeface="Trebuchet MS"/>
                <a:sym typeface="Trebuchet MS"/>
              </a:rPr>
              <a:t>0, 0, 0, 69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5218437" y="3969678"/>
            <a:ext cx="1459198" cy="61489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74930" rtl="0" algn="l">
              <a:lnSpc>
                <a:spcPct val="8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hex	</a:t>
            </a:r>
            <a:r>
              <a:rPr b="1" baseline="30000" lang="pt-BR" sz="15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#323232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7625" rtl="0" algn="l">
              <a:lnSpc>
                <a:spcPct val="84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rgb	</a:t>
            </a:r>
            <a:r>
              <a:rPr b="1" baseline="30000" lang="pt-BR" sz="15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50, 50, 50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969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cmyk	</a:t>
            </a:r>
            <a:r>
              <a:rPr b="1" lang="pt-BR" sz="10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0, 0, 0, 80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36"/>
          <p:cNvSpPr/>
          <p:nvPr/>
        </p:nvSpPr>
        <p:spPr>
          <a:xfrm>
            <a:off x="6143069" y="2904339"/>
            <a:ext cx="1459198" cy="600177"/>
          </a:xfrm>
          <a:custGeom>
            <a:rect b="b" l="l" r="r" t="t"/>
            <a:pathLst>
              <a:path extrusionOk="0" h="621664" w="1205864">
                <a:moveTo>
                  <a:pt x="1205512" y="621659"/>
                </a:moveTo>
                <a:lnTo>
                  <a:pt x="0" y="621659"/>
                </a:lnTo>
                <a:lnTo>
                  <a:pt x="0" y="0"/>
                </a:lnTo>
                <a:lnTo>
                  <a:pt x="1205512" y="0"/>
                </a:lnTo>
                <a:lnTo>
                  <a:pt x="1205512" y="621659"/>
                </a:lnTo>
                <a:close/>
              </a:path>
            </a:pathLst>
          </a:custGeom>
          <a:solidFill>
            <a:srgbClr val="1B21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6"/>
          <p:cNvSpPr txBox="1"/>
          <p:nvPr/>
        </p:nvSpPr>
        <p:spPr>
          <a:xfrm>
            <a:off x="6201412" y="2924226"/>
            <a:ext cx="349624" cy="34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26670" lvl="0" marL="0" marR="508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hex rgb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6843565" y="2930643"/>
            <a:ext cx="716152" cy="324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50165" lvl="0" marL="0" marR="5080" rtl="0" algn="l">
              <a:lnSpc>
                <a:spcPct val="103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#1B222C 27, 34, 44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6215928" y="3235132"/>
            <a:ext cx="1373905" cy="18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cmyk </a:t>
            </a:r>
            <a:r>
              <a:rPr b="1" lang="pt-BR" sz="10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39, 23, 0, 83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6140149" y="1913856"/>
            <a:ext cx="1459198" cy="607534"/>
          </a:xfrm>
          <a:prstGeom prst="rect">
            <a:avLst/>
          </a:prstGeom>
          <a:solidFill>
            <a:srgbClr val="862923"/>
          </a:solidFill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74930" rtl="0" algn="l">
              <a:lnSpc>
                <a:spcPct val="8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hex	</a:t>
            </a:r>
            <a:r>
              <a:rPr b="1" baseline="30000" lang="pt-BR" sz="15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#872A23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7625" rtl="0" algn="l">
              <a:lnSpc>
                <a:spcPct val="84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rgb	</a:t>
            </a:r>
            <a:r>
              <a:rPr b="1" baseline="30000" lang="pt-BR" sz="15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135, 42, 35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5969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cmyk </a:t>
            </a:r>
            <a:r>
              <a:rPr b="1" lang="pt-BR" sz="1000">
                <a:solidFill>
                  <a:srgbClr val="FBFBFB"/>
                </a:solidFill>
                <a:latin typeface="Trebuchet MS"/>
                <a:ea typeface="Trebuchet MS"/>
                <a:cs typeface="Trebuchet MS"/>
                <a:sym typeface="Trebuchet MS"/>
              </a:rPr>
              <a:t>0, 69, 74, 47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27" name="Google Shape;327;p36"/>
          <p:cNvGraphicFramePr/>
          <p:nvPr/>
        </p:nvGraphicFramePr>
        <p:xfrm>
          <a:off x="2654019" y="1063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{A3B89E18-D3EA-441A-8236-34E7EEF26D85}</a:tableStyleId>
              </a:tblPr>
              <a:tblGrid>
                <a:gridCol w="1459950"/>
              </a:tblGrid>
              <a:tr h="19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hex	</a:t>
                      </a:r>
                      <a:r>
                        <a:rPr b="1" baseline="30000" lang="pt-BR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#FFFFFF</a:t>
                      </a:r>
                      <a:endParaRPr baseline="3000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34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55075">
                <a:tc>
                  <a:txBody>
                    <a:bodyPr/>
                    <a:lstStyle/>
                    <a:p>
                      <a:pPr indent="0" lvl="0" marL="0" marR="1270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rgb </a:t>
                      </a:r>
                      <a:r>
                        <a:rPr b="1" baseline="30000" lang="pt-BR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255, 255, 255</a:t>
                      </a:r>
                      <a:endParaRPr baseline="3000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03525">
                <a:tc>
                  <a:txBody>
                    <a:bodyPr/>
                    <a:lstStyle/>
                    <a:p>
                      <a:pPr indent="0" lvl="0" marL="0" marR="12700" rtl="0" algn="ctr">
                        <a:lnSpc>
                          <a:spcPct val="114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cmyk	</a:t>
                      </a:r>
                      <a:r>
                        <a:rPr b="1" lang="pt-BR" sz="10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0, 0, 0, 0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36"/>
          <p:cNvSpPr txBox="1"/>
          <p:nvPr/>
        </p:nvSpPr>
        <p:spPr>
          <a:xfrm>
            <a:off x="5144070" y="1063770"/>
            <a:ext cx="1459966" cy="608147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74930" rtl="0" algn="l">
              <a:lnSpc>
                <a:spcPct val="8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hex	</a:t>
            </a:r>
            <a:r>
              <a:rPr b="1" baseline="30000" lang="pt-BR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#000000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8260" rtl="0" algn="l">
              <a:lnSpc>
                <a:spcPct val="84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rgb	</a:t>
            </a:r>
            <a:r>
              <a:rPr b="1" baseline="30000" lang="pt-BR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0, 0, 0</a:t>
            </a:r>
            <a:endParaRPr baseline="30000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0325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cmyk  </a:t>
            </a:r>
            <a:r>
              <a:rPr b="1" lang="pt-BR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0, 0, 0, 100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4115237" y="2634324"/>
            <a:ext cx="1111878" cy="3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49860" lvl="0" marL="161925" marR="5080" rtl="0" algn="l">
              <a:lnSpc>
                <a:spcPct val="12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Decomposição cromática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34" name="Google Shape;334;p37"/>
          <p:cNvSpPr txBox="1"/>
          <p:nvPr>
            <p:ph type="title"/>
          </p:nvPr>
        </p:nvSpPr>
        <p:spPr>
          <a:xfrm>
            <a:off x="1669650" y="537150"/>
            <a:ext cx="58047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 DA LOGO</a:t>
            </a:r>
            <a:endParaRPr/>
          </a:p>
        </p:txBody>
      </p:sp>
      <p:grpSp>
        <p:nvGrpSpPr>
          <p:cNvPr id="335" name="Google Shape;335;p37"/>
          <p:cNvGrpSpPr/>
          <p:nvPr/>
        </p:nvGrpSpPr>
        <p:grpSpPr>
          <a:xfrm>
            <a:off x="921659" y="1484979"/>
            <a:ext cx="2644416" cy="2033411"/>
            <a:chOff x="761649" y="1538145"/>
            <a:chExt cx="2185316" cy="2106212"/>
          </a:xfrm>
        </p:grpSpPr>
        <p:sp>
          <p:nvSpPr>
            <p:cNvPr id="336" name="Google Shape;336;p37"/>
            <p:cNvSpPr/>
            <p:nvPr/>
          </p:nvSpPr>
          <p:spPr>
            <a:xfrm>
              <a:off x="899366" y="1662916"/>
              <a:ext cx="1889125" cy="1958975"/>
            </a:xfrm>
            <a:custGeom>
              <a:rect b="b" l="l" r="r" t="t"/>
              <a:pathLst>
                <a:path extrusionOk="0" h="1958975" w="1889125">
                  <a:moveTo>
                    <a:pt x="955570" y="1958970"/>
                  </a:moveTo>
                  <a:lnTo>
                    <a:pt x="876018" y="1925320"/>
                  </a:lnTo>
                  <a:lnTo>
                    <a:pt x="689766" y="1841662"/>
                  </a:lnTo>
                  <a:lnTo>
                    <a:pt x="475417" y="1733935"/>
                  </a:lnTo>
                  <a:lnTo>
                    <a:pt x="311573" y="1628078"/>
                  </a:lnTo>
                  <a:lnTo>
                    <a:pt x="272831" y="1592438"/>
                  </a:lnTo>
                  <a:lnTo>
                    <a:pt x="238116" y="1555582"/>
                  </a:lnTo>
                  <a:lnTo>
                    <a:pt x="207087" y="1517583"/>
                  </a:lnTo>
                  <a:lnTo>
                    <a:pt x="179406" y="1478513"/>
                  </a:lnTo>
                  <a:lnTo>
                    <a:pt x="154732" y="1438443"/>
                  </a:lnTo>
                  <a:lnTo>
                    <a:pt x="132727" y="1397446"/>
                  </a:lnTo>
                  <a:lnTo>
                    <a:pt x="113050" y="1355594"/>
                  </a:lnTo>
                  <a:lnTo>
                    <a:pt x="95361" y="1312957"/>
                  </a:lnTo>
                  <a:lnTo>
                    <a:pt x="79321" y="1269609"/>
                  </a:lnTo>
                  <a:lnTo>
                    <a:pt x="64591" y="1225621"/>
                  </a:lnTo>
                  <a:lnTo>
                    <a:pt x="50830" y="1181065"/>
                  </a:lnTo>
                  <a:lnTo>
                    <a:pt x="8298" y="917422"/>
                  </a:lnTo>
                  <a:lnTo>
                    <a:pt x="0" y="622817"/>
                  </a:lnTo>
                  <a:lnTo>
                    <a:pt x="8099" y="383099"/>
                  </a:lnTo>
                  <a:lnTo>
                    <a:pt x="14762" y="284116"/>
                  </a:lnTo>
                  <a:lnTo>
                    <a:pt x="957102" y="0"/>
                  </a:lnTo>
                  <a:lnTo>
                    <a:pt x="1873507" y="294463"/>
                  </a:lnTo>
                  <a:lnTo>
                    <a:pt x="1880140" y="385494"/>
                  </a:lnTo>
                  <a:lnTo>
                    <a:pt x="1889075" y="606909"/>
                  </a:lnTo>
                  <a:lnTo>
                    <a:pt x="1883871" y="881196"/>
                  </a:lnTo>
                  <a:lnTo>
                    <a:pt x="1848086" y="1130840"/>
                  </a:lnTo>
                  <a:lnTo>
                    <a:pt x="1835850" y="1175984"/>
                  </a:lnTo>
                  <a:lnTo>
                    <a:pt x="1822978" y="1221093"/>
                  </a:lnTo>
                  <a:lnTo>
                    <a:pt x="1809024" y="1266060"/>
                  </a:lnTo>
                  <a:lnTo>
                    <a:pt x="1793538" y="1310784"/>
                  </a:lnTo>
                  <a:lnTo>
                    <a:pt x="1776071" y="1355158"/>
                  </a:lnTo>
                  <a:lnTo>
                    <a:pt x="1756177" y="1399079"/>
                  </a:lnTo>
                  <a:lnTo>
                    <a:pt x="1733407" y="1442443"/>
                  </a:lnTo>
                  <a:lnTo>
                    <a:pt x="1707311" y="1485146"/>
                  </a:lnTo>
                  <a:lnTo>
                    <a:pt x="1677442" y="1527082"/>
                  </a:lnTo>
                  <a:lnTo>
                    <a:pt x="1643352" y="1568150"/>
                  </a:lnTo>
                  <a:lnTo>
                    <a:pt x="1604592" y="1608243"/>
                  </a:lnTo>
                  <a:lnTo>
                    <a:pt x="1439382" y="1724256"/>
                  </a:lnTo>
                  <a:lnTo>
                    <a:pt x="1223370" y="1838017"/>
                  </a:lnTo>
                  <a:lnTo>
                    <a:pt x="1035713" y="1924573"/>
                  </a:lnTo>
                  <a:lnTo>
                    <a:pt x="955570" y="19589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899366" y="1662916"/>
              <a:ext cx="1889125" cy="1958975"/>
            </a:xfrm>
            <a:custGeom>
              <a:rect b="b" l="l" r="r" t="t"/>
              <a:pathLst>
                <a:path extrusionOk="0" h="1958975" w="1889125">
                  <a:moveTo>
                    <a:pt x="14762" y="284116"/>
                  </a:moveTo>
                  <a:lnTo>
                    <a:pt x="8099" y="383099"/>
                  </a:lnTo>
                  <a:lnTo>
                    <a:pt x="0" y="622817"/>
                  </a:lnTo>
                  <a:lnTo>
                    <a:pt x="8298" y="917422"/>
                  </a:lnTo>
                  <a:lnTo>
                    <a:pt x="50830" y="1181065"/>
                  </a:lnTo>
                  <a:lnTo>
                    <a:pt x="64591" y="1225621"/>
                  </a:lnTo>
                  <a:lnTo>
                    <a:pt x="79321" y="1269609"/>
                  </a:lnTo>
                  <a:lnTo>
                    <a:pt x="95361" y="1312957"/>
                  </a:lnTo>
                  <a:lnTo>
                    <a:pt x="113050" y="1355594"/>
                  </a:lnTo>
                  <a:lnTo>
                    <a:pt x="132727" y="1397446"/>
                  </a:lnTo>
                  <a:lnTo>
                    <a:pt x="154732" y="1438443"/>
                  </a:lnTo>
                  <a:lnTo>
                    <a:pt x="179406" y="1478513"/>
                  </a:lnTo>
                  <a:lnTo>
                    <a:pt x="207087" y="1517583"/>
                  </a:lnTo>
                  <a:lnTo>
                    <a:pt x="238116" y="1555582"/>
                  </a:lnTo>
                  <a:lnTo>
                    <a:pt x="272831" y="1592438"/>
                  </a:lnTo>
                  <a:lnTo>
                    <a:pt x="311573" y="1628078"/>
                  </a:lnTo>
                  <a:lnTo>
                    <a:pt x="475417" y="1733935"/>
                  </a:lnTo>
                  <a:lnTo>
                    <a:pt x="689766" y="1841662"/>
                  </a:lnTo>
                  <a:lnTo>
                    <a:pt x="876018" y="1925320"/>
                  </a:lnTo>
                  <a:lnTo>
                    <a:pt x="955570" y="1958970"/>
                  </a:lnTo>
                  <a:lnTo>
                    <a:pt x="1035713" y="1924573"/>
                  </a:lnTo>
                  <a:lnTo>
                    <a:pt x="1223370" y="1838017"/>
                  </a:lnTo>
                  <a:lnTo>
                    <a:pt x="1439382" y="1724256"/>
                  </a:lnTo>
                  <a:lnTo>
                    <a:pt x="1604592" y="1608243"/>
                  </a:lnTo>
                  <a:lnTo>
                    <a:pt x="1643352" y="1568150"/>
                  </a:lnTo>
                  <a:lnTo>
                    <a:pt x="1677442" y="1527082"/>
                  </a:lnTo>
                  <a:lnTo>
                    <a:pt x="1707311" y="1485146"/>
                  </a:lnTo>
                  <a:lnTo>
                    <a:pt x="1733407" y="1442443"/>
                  </a:lnTo>
                  <a:lnTo>
                    <a:pt x="1756177" y="1399079"/>
                  </a:lnTo>
                  <a:lnTo>
                    <a:pt x="1776071" y="1355158"/>
                  </a:lnTo>
                  <a:lnTo>
                    <a:pt x="1793538" y="1310784"/>
                  </a:lnTo>
                  <a:lnTo>
                    <a:pt x="1809024" y="1266060"/>
                  </a:lnTo>
                  <a:lnTo>
                    <a:pt x="1822978" y="1221093"/>
                  </a:lnTo>
                  <a:lnTo>
                    <a:pt x="1835850" y="1175984"/>
                  </a:lnTo>
                  <a:lnTo>
                    <a:pt x="1848086" y="1130840"/>
                  </a:lnTo>
                  <a:lnTo>
                    <a:pt x="1883871" y="881196"/>
                  </a:lnTo>
                  <a:lnTo>
                    <a:pt x="1889075" y="606909"/>
                  </a:lnTo>
                  <a:lnTo>
                    <a:pt x="1880140" y="385494"/>
                  </a:lnTo>
                  <a:lnTo>
                    <a:pt x="1873507" y="294463"/>
                  </a:lnTo>
                  <a:lnTo>
                    <a:pt x="957102" y="0"/>
                  </a:lnTo>
                  <a:lnTo>
                    <a:pt x="14762" y="284116"/>
                  </a:lnTo>
                </a:path>
              </a:pathLst>
            </a:custGeom>
            <a:noFill/>
            <a:ln cap="flat" cmpd="sng" w="24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988952" y="1798412"/>
              <a:ext cx="1710055" cy="1845945"/>
            </a:xfrm>
            <a:custGeom>
              <a:rect b="b" l="l" r="r" t="t"/>
              <a:pathLst>
                <a:path extrusionOk="0" h="1845945" w="1710055">
                  <a:moveTo>
                    <a:pt x="864959" y="1845740"/>
                  </a:moveTo>
                  <a:lnTo>
                    <a:pt x="792951" y="1814035"/>
                  </a:lnTo>
                  <a:lnTo>
                    <a:pt x="624360" y="1735212"/>
                  </a:lnTo>
                  <a:lnTo>
                    <a:pt x="430336" y="1633712"/>
                  </a:lnTo>
                  <a:lnTo>
                    <a:pt x="282029" y="1533974"/>
                  </a:lnTo>
                  <a:lnTo>
                    <a:pt x="243659" y="1496971"/>
                  </a:lnTo>
                  <a:lnTo>
                    <a:pt x="209662" y="1458591"/>
                  </a:lnTo>
                  <a:lnTo>
                    <a:pt x="179629" y="1418925"/>
                  </a:lnTo>
                  <a:lnTo>
                    <a:pt x="153151" y="1378061"/>
                  </a:lnTo>
                  <a:lnTo>
                    <a:pt x="129818" y="1336091"/>
                  </a:lnTo>
                  <a:lnTo>
                    <a:pt x="109221" y="1293105"/>
                  </a:lnTo>
                  <a:lnTo>
                    <a:pt x="90951" y="1249192"/>
                  </a:lnTo>
                  <a:lnTo>
                    <a:pt x="74599" y="1204444"/>
                  </a:lnTo>
                  <a:lnTo>
                    <a:pt x="59755" y="1158949"/>
                  </a:lnTo>
                  <a:lnTo>
                    <a:pt x="46010" y="1112799"/>
                  </a:lnTo>
                  <a:lnTo>
                    <a:pt x="7511" y="864394"/>
                  </a:lnTo>
                  <a:lnTo>
                    <a:pt x="0" y="586818"/>
                  </a:lnTo>
                  <a:lnTo>
                    <a:pt x="7331" y="360956"/>
                  </a:lnTo>
                  <a:lnTo>
                    <a:pt x="13362" y="267694"/>
                  </a:lnTo>
                  <a:lnTo>
                    <a:pt x="866346" y="0"/>
                  </a:lnTo>
                  <a:lnTo>
                    <a:pt x="1695853" y="277443"/>
                  </a:lnTo>
                  <a:lnTo>
                    <a:pt x="1701856" y="363212"/>
                  </a:lnTo>
                  <a:lnTo>
                    <a:pt x="1709944" y="571830"/>
                  </a:lnTo>
                  <a:lnTo>
                    <a:pt x="1705234" y="830262"/>
                  </a:lnTo>
                  <a:lnTo>
                    <a:pt x="1672842" y="1065476"/>
                  </a:lnTo>
                  <a:lnTo>
                    <a:pt x="1660634" y="1112265"/>
                  </a:lnTo>
                  <a:lnTo>
                    <a:pt x="1647681" y="1159000"/>
                  </a:lnTo>
                  <a:lnTo>
                    <a:pt x="1633443" y="1205551"/>
                  </a:lnTo>
                  <a:lnTo>
                    <a:pt x="1617380" y="1251788"/>
                  </a:lnTo>
                  <a:lnTo>
                    <a:pt x="1598953" y="1297579"/>
                  </a:lnTo>
                  <a:lnTo>
                    <a:pt x="1577620" y="1342795"/>
                  </a:lnTo>
                  <a:lnTo>
                    <a:pt x="1552843" y="1387304"/>
                  </a:lnTo>
                  <a:lnTo>
                    <a:pt x="1524080" y="1430976"/>
                  </a:lnTo>
                  <a:lnTo>
                    <a:pt x="1490791" y="1473680"/>
                  </a:lnTo>
                  <a:lnTo>
                    <a:pt x="1452438" y="1515285"/>
                  </a:lnTo>
                  <a:lnTo>
                    <a:pt x="1302894" y="1624592"/>
                  </a:lnTo>
                  <a:lnTo>
                    <a:pt x="1107365" y="1731778"/>
                  </a:lnTo>
                  <a:lnTo>
                    <a:pt x="937502" y="1813331"/>
                  </a:lnTo>
                  <a:lnTo>
                    <a:pt x="864959" y="1845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988952" y="1798412"/>
              <a:ext cx="1710055" cy="1845945"/>
            </a:xfrm>
            <a:custGeom>
              <a:rect b="b" l="l" r="r" t="t"/>
              <a:pathLst>
                <a:path extrusionOk="0" h="1845945" w="1710055">
                  <a:moveTo>
                    <a:pt x="13362" y="267694"/>
                  </a:moveTo>
                  <a:lnTo>
                    <a:pt x="7331" y="360956"/>
                  </a:lnTo>
                  <a:lnTo>
                    <a:pt x="0" y="586818"/>
                  </a:lnTo>
                  <a:lnTo>
                    <a:pt x="7511" y="864394"/>
                  </a:lnTo>
                  <a:lnTo>
                    <a:pt x="46010" y="1112799"/>
                  </a:lnTo>
                  <a:lnTo>
                    <a:pt x="59755" y="1158949"/>
                  </a:lnTo>
                  <a:lnTo>
                    <a:pt x="74599" y="1204444"/>
                  </a:lnTo>
                  <a:lnTo>
                    <a:pt x="90951" y="1249192"/>
                  </a:lnTo>
                  <a:lnTo>
                    <a:pt x="109221" y="1293105"/>
                  </a:lnTo>
                  <a:lnTo>
                    <a:pt x="129818" y="1336091"/>
                  </a:lnTo>
                  <a:lnTo>
                    <a:pt x="153151" y="1378061"/>
                  </a:lnTo>
                  <a:lnTo>
                    <a:pt x="179629" y="1418925"/>
                  </a:lnTo>
                  <a:lnTo>
                    <a:pt x="209662" y="1458591"/>
                  </a:lnTo>
                  <a:lnTo>
                    <a:pt x="243659" y="1496971"/>
                  </a:lnTo>
                  <a:lnTo>
                    <a:pt x="282029" y="1533974"/>
                  </a:lnTo>
                  <a:lnTo>
                    <a:pt x="430336" y="1633712"/>
                  </a:lnTo>
                  <a:lnTo>
                    <a:pt x="624360" y="1735212"/>
                  </a:lnTo>
                  <a:lnTo>
                    <a:pt x="792951" y="1814035"/>
                  </a:lnTo>
                  <a:lnTo>
                    <a:pt x="864959" y="1845740"/>
                  </a:lnTo>
                  <a:lnTo>
                    <a:pt x="937502" y="1813331"/>
                  </a:lnTo>
                  <a:lnTo>
                    <a:pt x="1107365" y="1731778"/>
                  </a:lnTo>
                  <a:lnTo>
                    <a:pt x="1302894" y="1624592"/>
                  </a:lnTo>
                  <a:lnTo>
                    <a:pt x="1452438" y="1515285"/>
                  </a:lnTo>
                  <a:lnTo>
                    <a:pt x="1490791" y="1473680"/>
                  </a:lnTo>
                  <a:lnTo>
                    <a:pt x="1524080" y="1430976"/>
                  </a:lnTo>
                  <a:lnTo>
                    <a:pt x="1552843" y="1387304"/>
                  </a:lnTo>
                  <a:lnTo>
                    <a:pt x="1577620" y="1342795"/>
                  </a:lnTo>
                  <a:lnTo>
                    <a:pt x="1598953" y="1297579"/>
                  </a:lnTo>
                  <a:lnTo>
                    <a:pt x="1617380" y="1251788"/>
                  </a:lnTo>
                  <a:lnTo>
                    <a:pt x="1633443" y="1205551"/>
                  </a:lnTo>
                  <a:lnTo>
                    <a:pt x="1647681" y="1159000"/>
                  </a:lnTo>
                  <a:lnTo>
                    <a:pt x="1660634" y="1112265"/>
                  </a:lnTo>
                  <a:lnTo>
                    <a:pt x="1672842" y="1065476"/>
                  </a:lnTo>
                  <a:lnTo>
                    <a:pt x="1705234" y="830262"/>
                  </a:lnTo>
                  <a:lnTo>
                    <a:pt x="1709944" y="571830"/>
                  </a:lnTo>
                  <a:lnTo>
                    <a:pt x="1701856" y="363212"/>
                  </a:lnTo>
                  <a:lnTo>
                    <a:pt x="1695853" y="277443"/>
                  </a:lnTo>
                  <a:lnTo>
                    <a:pt x="866346" y="0"/>
                  </a:lnTo>
                  <a:lnTo>
                    <a:pt x="13362" y="267694"/>
                  </a:lnTo>
                </a:path>
              </a:pathLst>
            </a:custGeom>
            <a:noFill/>
            <a:ln cap="flat" cmpd="sng" w="23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0" name="Google Shape;34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9511" y="3206495"/>
              <a:ext cx="838199" cy="252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47" y="1538145"/>
              <a:ext cx="1591862" cy="1196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10639" y="1914143"/>
              <a:ext cx="18287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89303" y="1898903"/>
              <a:ext cx="210311" cy="1341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37"/>
            <p:cNvSpPr/>
            <p:nvPr/>
          </p:nvSpPr>
          <p:spPr>
            <a:xfrm>
              <a:off x="1314347" y="1950413"/>
              <a:ext cx="144145" cy="94615"/>
            </a:xfrm>
            <a:custGeom>
              <a:rect b="b" l="l" r="r" t="t"/>
              <a:pathLst>
                <a:path extrusionOk="0" h="94614" w="144144">
                  <a:moveTo>
                    <a:pt x="134863" y="94598"/>
                  </a:moveTo>
                  <a:lnTo>
                    <a:pt x="0" y="6306"/>
                  </a:lnTo>
                  <a:lnTo>
                    <a:pt x="3880" y="0"/>
                  </a:lnTo>
                  <a:lnTo>
                    <a:pt x="144081" y="92658"/>
                  </a:lnTo>
                  <a:lnTo>
                    <a:pt x="134863" y="9459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5" name="Google Shape;345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8031" y="1822703"/>
              <a:ext cx="426719" cy="228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87730" y="1824281"/>
              <a:ext cx="85381" cy="116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7"/>
            <p:cNvSpPr/>
            <p:nvPr/>
          </p:nvSpPr>
          <p:spPr>
            <a:xfrm>
              <a:off x="2265281" y="2413861"/>
              <a:ext cx="315595" cy="265430"/>
            </a:xfrm>
            <a:custGeom>
              <a:rect b="b" l="l" r="r" t="t"/>
              <a:pathLst>
                <a:path extrusionOk="0" h="265430" w="315594">
                  <a:moveTo>
                    <a:pt x="211484" y="265314"/>
                  </a:moveTo>
                  <a:lnTo>
                    <a:pt x="167527" y="247554"/>
                  </a:lnTo>
                  <a:lnTo>
                    <a:pt x="137546" y="208738"/>
                  </a:lnTo>
                  <a:lnTo>
                    <a:pt x="128661" y="173903"/>
                  </a:lnTo>
                  <a:lnTo>
                    <a:pt x="120795" y="158398"/>
                  </a:lnTo>
                  <a:lnTo>
                    <a:pt x="98422" y="137298"/>
                  </a:lnTo>
                  <a:lnTo>
                    <a:pt x="97506" y="136508"/>
                  </a:lnTo>
                  <a:lnTo>
                    <a:pt x="70206" y="119640"/>
                  </a:lnTo>
                  <a:lnTo>
                    <a:pt x="41718" y="103505"/>
                  </a:lnTo>
                  <a:lnTo>
                    <a:pt x="15781" y="84381"/>
                  </a:lnTo>
                  <a:lnTo>
                    <a:pt x="9956" y="78949"/>
                  </a:lnTo>
                  <a:lnTo>
                    <a:pt x="686" y="65859"/>
                  </a:lnTo>
                  <a:lnTo>
                    <a:pt x="0" y="0"/>
                  </a:lnTo>
                  <a:lnTo>
                    <a:pt x="686" y="0"/>
                  </a:lnTo>
                  <a:lnTo>
                    <a:pt x="87817" y="61743"/>
                  </a:lnTo>
                  <a:lnTo>
                    <a:pt x="135841" y="131039"/>
                  </a:lnTo>
                  <a:lnTo>
                    <a:pt x="196459" y="131039"/>
                  </a:lnTo>
                  <a:lnTo>
                    <a:pt x="195202" y="136508"/>
                  </a:lnTo>
                  <a:lnTo>
                    <a:pt x="184927" y="136508"/>
                  </a:lnTo>
                  <a:lnTo>
                    <a:pt x="186325" y="145254"/>
                  </a:lnTo>
                  <a:lnTo>
                    <a:pt x="175508" y="145254"/>
                  </a:lnTo>
                  <a:lnTo>
                    <a:pt x="182638" y="153236"/>
                  </a:lnTo>
                  <a:lnTo>
                    <a:pt x="183735" y="153236"/>
                  </a:lnTo>
                  <a:lnTo>
                    <a:pt x="170032" y="154320"/>
                  </a:lnTo>
                  <a:lnTo>
                    <a:pt x="177761" y="161106"/>
                  </a:lnTo>
                  <a:lnTo>
                    <a:pt x="164752" y="161439"/>
                  </a:lnTo>
                  <a:lnTo>
                    <a:pt x="176804" y="167318"/>
                  </a:lnTo>
                  <a:lnTo>
                    <a:pt x="165028" y="169048"/>
                  </a:lnTo>
                  <a:lnTo>
                    <a:pt x="175737" y="173903"/>
                  </a:lnTo>
                  <a:lnTo>
                    <a:pt x="176532" y="173903"/>
                  </a:lnTo>
                  <a:lnTo>
                    <a:pt x="165353" y="177804"/>
                  </a:lnTo>
                  <a:lnTo>
                    <a:pt x="176278" y="179652"/>
                  </a:lnTo>
                  <a:lnTo>
                    <a:pt x="176564" y="179652"/>
                  </a:lnTo>
                  <a:lnTo>
                    <a:pt x="166921" y="183302"/>
                  </a:lnTo>
                  <a:lnTo>
                    <a:pt x="178434" y="185154"/>
                  </a:lnTo>
                  <a:lnTo>
                    <a:pt x="169897" y="190858"/>
                  </a:lnTo>
                  <a:lnTo>
                    <a:pt x="181623" y="191838"/>
                  </a:lnTo>
                  <a:lnTo>
                    <a:pt x="173198" y="199025"/>
                  </a:lnTo>
                  <a:lnTo>
                    <a:pt x="185439" y="199441"/>
                  </a:lnTo>
                  <a:lnTo>
                    <a:pt x="177112" y="207651"/>
                  </a:lnTo>
                  <a:lnTo>
                    <a:pt x="187441" y="207651"/>
                  </a:lnTo>
                  <a:lnTo>
                    <a:pt x="184445" y="213790"/>
                  </a:lnTo>
                  <a:lnTo>
                    <a:pt x="191963" y="213790"/>
                  </a:lnTo>
                  <a:lnTo>
                    <a:pt x="189873" y="218478"/>
                  </a:lnTo>
                  <a:lnTo>
                    <a:pt x="199631" y="218478"/>
                  </a:lnTo>
                  <a:lnTo>
                    <a:pt x="199573" y="219224"/>
                  </a:lnTo>
                  <a:lnTo>
                    <a:pt x="199447" y="220850"/>
                  </a:lnTo>
                  <a:lnTo>
                    <a:pt x="199356" y="222034"/>
                  </a:lnTo>
                  <a:lnTo>
                    <a:pt x="209137" y="222034"/>
                  </a:lnTo>
                  <a:lnTo>
                    <a:pt x="209502" y="225636"/>
                  </a:lnTo>
                  <a:lnTo>
                    <a:pt x="221528" y="225636"/>
                  </a:lnTo>
                  <a:lnTo>
                    <a:pt x="222234" y="226956"/>
                  </a:lnTo>
                  <a:lnTo>
                    <a:pt x="295770" y="226956"/>
                  </a:lnTo>
                  <a:lnTo>
                    <a:pt x="290537" y="233123"/>
                  </a:lnTo>
                  <a:lnTo>
                    <a:pt x="276654" y="244965"/>
                  </a:lnTo>
                  <a:lnTo>
                    <a:pt x="261251" y="254266"/>
                  </a:lnTo>
                  <a:lnTo>
                    <a:pt x="245455" y="260586"/>
                  </a:lnTo>
                  <a:lnTo>
                    <a:pt x="228610" y="264429"/>
                  </a:lnTo>
                  <a:lnTo>
                    <a:pt x="211484" y="265314"/>
                  </a:lnTo>
                  <a:close/>
                </a:path>
                <a:path extrusionOk="0" h="265430" w="315594">
                  <a:moveTo>
                    <a:pt x="196459" y="131039"/>
                  </a:moveTo>
                  <a:lnTo>
                    <a:pt x="135841" y="131039"/>
                  </a:lnTo>
                  <a:lnTo>
                    <a:pt x="137175" y="128600"/>
                  </a:lnTo>
                  <a:lnTo>
                    <a:pt x="167773" y="98260"/>
                  </a:lnTo>
                  <a:lnTo>
                    <a:pt x="205407" y="83340"/>
                  </a:lnTo>
                  <a:lnTo>
                    <a:pt x="225024" y="80266"/>
                  </a:lnTo>
                  <a:lnTo>
                    <a:pt x="236392" y="81855"/>
                  </a:lnTo>
                  <a:lnTo>
                    <a:pt x="277473" y="102093"/>
                  </a:lnTo>
                  <a:lnTo>
                    <a:pt x="297155" y="121704"/>
                  </a:lnTo>
                  <a:lnTo>
                    <a:pt x="222126" y="121704"/>
                  </a:lnTo>
                  <a:lnTo>
                    <a:pt x="221479" y="122887"/>
                  </a:lnTo>
                  <a:lnTo>
                    <a:pt x="210318" y="122887"/>
                  </a:lnTo>
                  <a:lnTo>
                    <a:pt x="210537" y="123144"/>
                  </a:lnTo>
                  <a:lnTo>
                    <a:pt x="207465" y="128437"/>
                  </a:lnTo>
                  <a:lnTo>
                    <a:pt x="196778" y="128437"/>
                  </a:lnTo>
                  <a:lnTo>
                    <a:pt x="197020" y="128600"/>
                  </a:lnTo>
                  <a:lnTo>
                    <a:pt x="196502" y="130856"/>
                  </a:lnTo>
                  <a:lnTo>
                    <a:pt x="196459" y="131039"/>
                  </a:lnTo>
                  <a:close/>
                </a:path>
                <a:path extrusionOk="0" h="265430" w="315594">
                  <a:moveTo>
                    <a:pt x="227484" y="131353"/>
                  </a:moveTo>
                  <a:lnTo>
                    <a:pt x="227269" y="131039"/>
                  </a:lnTo>
                  <a:lnTo>
                    <a:pt x="222126" y="121704"/>
                  </a:lnTo>
                  <a:lnTo>
                    <a:pt x="297155" y="121704"/>
                  </a:lnTo>
                  <a:lnTo>
                    <a:pt x="297349" y="121967"/>
                  </a:lnTo>
                  <a:lnTo>
                    <a:pt x="233925" y="121967"/>
                  </a:lnTo>
                  <a:lnTo>
                    <a:pt x="227484" y="131353"/>
                  </a:lnTo>
                  <a:close/>
                </a:path>
                <a:path extrusionOk="0" h="265430" w="315594">
                  <a:moveTo>
                    <a:pt x="236543" y="133577"/>
                  </a:moveTo>
                  <a:lnTo>
                    <a:pt x="233994" y="122270"/>
                  </a:lnTo>
                  <a:lnTo>
                    <a:pt x="233925" y="121967"/>
                  </a:lnTo>
                  <a:lnTo>
                    <a:pt x="297349" y="121967"/>
                  </a:lnTo>
                  <a:lnTo>
                    <a:pt x="299754" y="125223"/>
                  </a:lnTo>
                  <a:lnTo>
                    <a:pt x="244534" y="125223"/>
                  </a:lnTo>
                  <a:lnTo>
                    <a:pt x="236543" y="133577"/>
                  </a:lnTo>
                  <a:close/>
                </a:path>
                <a:path extrusionOk="0" h="265430" w="315594">
                  <a:moveTo>
                    <a:pt x="210537" y="123144"/>
                  </a:moveTo>
                  <a:lnTo>
                    <a:pt x="210318" y="122887"/>
                  </a:lnTo>
                  <a:lnTo>
                    <a:pt x="210686" y="122887"/>
                  </a:lnTo>
                  <a:lnTo>
                    <a:pt x="210537" y="123144"/>
                  </a:lnTo>
                  <a:close/>
                </a:path>
                <a:path extrusionOk="0" h="265430" w="315594">
                  <a:moveTo>
                    <a:pt x="217117" y="130856"/>
                  </a:moveTo>
                  <a:lnTo>
                    <a:pt x="210537" y="123144"/>
                  </a:lnTo>
                  <a:lnTo>
                    <a:pt x="210686" y="122887"/>
                  </a:lnTo>
                  <a:lnTo>
                    <a:pt x="221479" y="122887"/>
                  </a:lnTo>
                  <a:lnTo>
                    <a:pt x="217117" y="130856"/>
                  </a:lnTo>
                  <a:close/>
                </a:path>
                <a:path extrusionOk="0" h="265430" w="315594">
                  <a:moveTo>
                    <a:pt x="245024" y="137298"/>
                  </a:moveTo>
                  <a:lnTo>
                    <a:pt x="244992" y="136508"/>
                  </a:lnTo>
                  <a:lnTo>
                    <a:pt x="244873" y="133577"/>
                  </a:lnTo>
                  <a:lnTo>
                    <a:pt x="244782" y="131353"/>
                  </a:lnTo>
                  <a:lnTo>
                    <a:pt x="244671" y="128600"/>
                  </a:lnTo>
                  <a:lnTo>
                    <a:pt x="244575" y="126228"/>
                  </a:lnTo>
                  <a:lnTo>
                    <a:pt x="244534" y="125223"/>
                  </a:lnTo>
                  <a:lnTo>
                    <a:pt x="299754" y="125223"/>
                  </a:lnTo>
                  <a:lnTo>
                    <a:pt x="300497" y="126228"/>
                  </a:lnTo>
                  <a:lnTo>
                    <a:pt x="303231" y="131353"/>
                  </a:lnTo>
                  <a:lnTo>
                    <a:pt x="254392" y="131353"/>
                  </a:lnTo>
                  <a:lnTo>
                    <a:pt x="245024" y="137298"/>
                  </a:lnTo>
                  <a:close/>
                </a:path>
                <a:path extrusionOk="0" h="265430" w="315594">
                  <a:moveTo>
                    <a:pt x="197020" y="128600"/>
                  </a:moveTo>
                  <a:lnTo>
                    <a:pt x="196778" y="128437"/>
                  </a:lnTo>
                  <a:lnTo>
                    <a:pt x="197058" y="128437"/>
                  </a:lnTo>
                  <a:lnTo>
                    <a:pt x="197020" y="128600"/>
                  </a:lnTo>
                  <a:close/>
                </a:path>
                <a:path extrusionOk="0" h="265430" w="315594">
                  <a:moveTo>
                    <a:pt x="204482" y="133577"/>
                  </a:moveTo>
                  <a:lnTo>
                    <a:pt x="201107" y="131353"/>
                  </a:lnTo>
                  <a:lnTo>
                    <a:pt x="197020" y="128600"/>
                  </a:lnTo>
                  <a:lnTo>
                    <a:pt x="197058" y="128437"/>
                  </a:lnTo>
                  <a:lnTo>
                    <a:pt x="207465" y="128437"/>
                  </a:lnTo>
                  <a:lnTo>
                    <a:pt x="204482" y="133577"/>
                  </a:lnTo>
                  <a:close/>
                </a:path>
                <a:path extrusionOk="0" h="265430" w="315594">
                  <a:moveTo>
                    <a:pt x="306886" y="138886"/>
                  </a:moveTo>
                  <a:lnTo>
                    <a:pt x="252740" y="138886"/>
                  </a:lnTo>
                  <a:lnTo>
                    <a:pt x="254392" y="131353"/>
                  </a:lnTo>
                  <a:lnTo>
                    <a:pt x="303231" y="131353"/>
                  </a:lnTo>
                  <a:lnTo>
                    <a:pt x="305982" y="136508"/>
                  </a:lnTo>
                  <a:lnTo>
                    <a:pt x="306886" y="138886"/>
                  </a:lnTo>
                  <a:close/>
                </a:path>
                <a:path extrusionOk="0" h="265430" w="315594">
                  <a:moveTo>
                    <a:pt x="194802" y="138248"/>
                  </a:moveTo>
                  <a:lnTo>
                    <a:pt x="184927" y="136508"/>
                  </a:lnTo>
                  <a:lnTo>
                    <a:pt x="195202" y="136508"/>
                  </a:lnTo>
                  <a:lnTo>
                    <a:pt x="194802" y="138248"/>
                  </a:lnTo>
                  <a:close/>
                </a:path>
                <a:path extrusionOk="0" h="265430" w="315594">
                  <a:moveTo>
                    <a:pt x="260849" y="142919"/>
                  </a:moveTo>
                  <a:lnTo>
                    <a:pt x="251856" y="142919"/>
                  </a:lnTo>
                  <a:lnTo>
                    <a:pt x="262279" y="138886"/>
                  </a:lnTo>
                  <a:lnTo>
                    <a:pt x="260849" y="142919"/>
                  </a:lnTo>
                  <a:close/>
                </a:path>
                <a:path extrusionOk="0" h="265430" w="315594">
                  <a:moveTo>
                    <a:pt x="258564" y="149365"/>
                  </a:moveTo>
                  <a:lnTo>
                    <a:pt x="260849" y="142919"/>
                  </a:lnTo>
                  <a:lnTo>
                    <a:pt x="308397" y="142919"/>
                  </a:lnTo>
                  <a:lnTo>
                    <a:pt x="309725" y="146461"/>
                  </a:lnTo>
                  <a:lnTo>
                    <a:pt x="269291" y="146461"/>
                  </a:lnTo>
                  <a:lnTo>
                    <a:pt x="258564" y="149365"/>
                  </a:lnTo>
                  <a:close/>
                </a:path>
                <a:path extrusionOk="0" h="265430" w="315594">
                  <a:moveTo>
                    <a:pt x="262134" y="157233"/>
                  </a:moveTo>
                  <a:lnTo>
                    <a:pt x="269291" y="146461"/>
                  </a:lnTo>
                  <a:lnTo>
                    <a:pt x="309725" y="146461"/>
                  </a:lnTo>
                  <a:lnTo>
                    <a:pt x="310176" y="147663"/>
                  </a:lnTo>
                  <a:lnTo>
                    <a:pt x="312430" y="156626"/>
                  </a:lnTo>
                  <a:lnTo>
                    <a:pt x="273137" y="156626"/>
                  </a:lnTo>
                  <a:lnTo>
                    <a:pt x="262134" y="157233"/>
                  </a:lnTo>
                  <a:close/>
                </a:path>
                <a:path extrusionOk="0" h="265430" w="315594">
                  <a:moveTo>
                    <a:pt x="313921" y="196600"/>
                  </a:moveTo>
                  <a:lnTo>
                    <a:pt x="272078" y="196600"/>
                  </a:lnTo>
                  <a:lnTo>
                    <a:pt x="263070" y="188254"/>
                  </a:lnTo>
                  <a:lnTo>
                    <a:pt x="276110" y="183786"/>
                  </a:lnTo>
                  <a:lnTo>
                    <a:pt x="265044" y="179652"/>
                  </a:lnTo>
                  <a:lnTo>
                    <a:pt x="277625" y="175573"/>
                  </a:lnTo>
                  <a:lnTo>
                    <a:pt x="266099" y="173067"/>
                  </a:lnTo>
                  <a:lnTo>
                    <a:pt x="277568" y="166519"/>
                  </a:lnTo>
                  <a:lnTo>
                    <a:pt x="264918" y="164741"/>
                  </a:lnTo>
                  <a:lnTo>
                    <a:pt x="273137" y="156626"/>
                  </a:lnTo>
                  <a:lnTo>
                    <a:pt x="312430" y="156626"/>
                  </a:lnTo>
                  <a:lnTo>
                    <a:pt x="313071" y="159176"/>
                  </a:lnTo>
                  <a:lnTo>
                    <a:pt x="314826" y="170842"/>
                  </a:lnTo>
                  <a:lnTo>
                    <a:pt x="314992" y="173067"/>
                  </a:lnTo>
                  <a:lnTo>
                    <a:pt x="315054" y="173903"/>
                  </a:lnTo>
                  <a:lnTo>
                    <a:pt x="315179" y="175573"/>
                  </a:lnTo>
                  <a:lnTo>
                    <a:pt x="315264" y="188254"/>
                  </a:lnTo>
                  <a:lnTo>
                    <a:pt x="314145" y="195949"/>
                  </a:lnTo>
                  <a:lnTo>
                    <a:pt x="314026" y="196294"/>
                  </a:lnTo>
                  <a:lnTo>
                    <a:pt x="313921" y="196600"/>
                  </a:lnTo>
                  <a:close/>
                </a:path>
                <a:path extrusionOk="0" h="265430" w="315594">
                  <a:moveTo>
                    <a:pt x="310084" y="206096"/>
                  </a:moveTo>
                  <a:lnTo>
                    <a:pt x="267584" y="206096"/>
                  </a:lnTo>
                  <a:lnTo>
                    <a:pt x="258423" y="196294"/>
                  </a:lnTo>
                  <a:lnTo>
                    <a:pt x="272078" y="196600"/>
                  </a:lnTo>
                  <a:lnTo>
                    <a:pt x="313921" y="196600"/>
                  </a:lnTo>
                  <a:lnTo>
                    <a:pt x="311468" y="203754"/>
                  </a:lnTo>
                  <a:lnTo>
                    <a:pt x="310084" y="206096"/>
                  </a:lnTo>
                  <a:close/>
                </a:path>
                <a:path extrusionOk="0" h="265430" w="315594">
                  <a:moveTo>
                    <a:pt x="304803" y="215038"/>
                  </a:moveTo>
                  <a:lnTo>
                    <a:pt x="259722" y="215038"/>
                  </a:lnTo>
                  <a:lnTo>
                    <a:pt x="253754" y="202733"/>
                  </a:lnTo>
                  <a:lnTo>
                    <a:pt x="267584" y="206096"/>
                  </a:lnTo>
                  <a:lnTo>
                    <a:pt x="310084" y="206096"/>
                  </a:lnTo>
                  <a:lnTo>
                    <a:pt x="304803" y="215038"/>
                  </a:lnTo>
                  <a:close/>
                </a:path>
                <a:path extrusionOk="0" h="265430" w="315594">
                  <a:moveTo>
                    <a:pt x="187441" y="207651"/>
                  </a:moveTo>
                  <a:lnTo>
                    <a:pt x="177112" y="207651"/>
                  </a:lnTo>
                  <a:lnTo>
                    <a:pt x="189515" y="203754"/>
                  </a:lnTo>
                  <a:lnTo>
                    <a:pt x="189343" y="203754"/>
                  </a:lnTo>
                  <a:lnTo>
                    <a:pt x="187441" y="207651"/>
                  </a:lnTo>
                  <a:close/>
                </a:path>
                <a:path extrusionOk="0" h="265430" w="315594">
                  <a:moveTo>
                    <a:pt x="191963" y="213790"/>
                  </a:moveTo>
                  <a:lnTo>
                    <a:pt x="184445" y="213790"/>
                  </a:lnTo>
                  <a:lnTo>
                    <a:pt x="194571" y="207938"/>
                  </a:lnTo>
                  <a:lnTo>
                    <a:pt x="191963" y="213790"/>
                  </a:lnTo>
                  <a:close/>
                </a:path>
                <a:path extrusionOk="0" h="265430" w="315594">
                  <a:moveTo>
                    <a:pt x="300951" y="220850"/>
                  </a:moveTo>
                  <a:lnTo>
                    <a:pt x="249722" y="220850"/>
                  </a:lnTo>
                  <a:lnTo>
                    <a:pt x="247130" y="208738"/>
                  </a:lnTo>
                  <a:lnTo>
                    <a:pt x="247023" y="208235"/>
                  </a:lnTo>
                  <a:lnTo>
                    <a:pt x="259542" y="215038"/>
                  </a:lnTo>
                  <a:lnTo>
                    <a:pt x="304803" y="215038"/>
                  </a:lnTo>
                  <a:lnTo>
                    <a:pt x="302331" y="219224"/>
                  </a:lnTo>
                  <a:lnTo>
                    <a:pt x="300951" y="220850"/>
                  </a:lnTo>
                  <a:close/>
                </a:path>
                <a:path extrusionOk="0" h="265430" w="315594">
                  <a:moveTo>
                    <a:pt x="199631" y="218478"/>
                  </a:moveTo>
                  <a:lnTo>
                    <a:pt x="189873" y="218478"/>
                  </a:lnTo>
                  <a:lnTo>
                    <a:pt x="200211" y="210972"/>
                  </a:lnTo>
                  <a:lnTo>
                    <a:pt x="199631" y="218478"/>
                  </a:lnTo>
                  <a:close/>
                </a:path>
                <a:path extrusionOk="0" h="265430" w="315594">
                  <a:moveTo>
                    <a:pt x="298145" y="224157"/>
                  </a:moveTo>
                  <a:lnTo>
                    <a:pt x="240799" y="224157"/>
                  </a:lnTo>
                  <a:lnTo>
                    <a:pt x="239676" y="211974"/>
                  </a:lnTo>
                  <a:lnTo>
                    <a:pt x="249722" y="220850"/>
                  </a:lnTo>
                  <a:lnTo>
                    <a:pt x="300951" y="220850"/>
                  </a:lnTo>
                  <a:lnTo>
                    <a:pt x="298145" y="224157"/>
                  </a:lnTo>
                  <a:close/>
                </a:path>
                <a:path extrusionOk="0" h="265430" w="315594">
                  <a:moveTo>
                    <a:pt x="209137" y="222034"/>
                  </a:moveTo>
                  <a:lnTo>
                    <a:pt x="199356" y="222034"/>
                  </a:lnTo>
                  <a:lnTo>
                    <a:pt x="208349" y="214255"/>
                  </a:lnTo>
                  <a:lnTo>
                    <a:pt x="209017" y="220850"/>
                  </a:lnTo>
                  <a:lnTo>
                    <a:pt x="209137" y="222034"/>
                  </a:lnTo>
                  <a:close/>
                </a:path>
                <a:path extrusionOk="0" h="265430" w="315594">
                  <a:moveTo>
                    <a:pt x="295974" y="226716"/>
                  </a:moveTo>
                  <a:lnTo>
                    <a:pt x="231758" y="226716"/>
                  </a:lnTo>
                  <a:lnTo>
                    <a:pt x="231792" y="225636"/>
                  </a:lnTo>
                  <a:lnTo>
                    <a:pt x="231906" y="222034"/>
                  </a:lnTo>
                  <a:lnTo>
                    <a:pt x="232018" y="218478"/>
                  </a:lnTo>
                  <a:lnTo>
                    <a:pt x="232127" y="215038"/>
                  </a:lnTo>
                  <a:lnTo>
                    <a:pt x="240799" y="224157"/>
                  </a:lnTo>
                  <a:lnTo>
                    <a:pt x="298145" y="224157"/>
                  </a:lnTo>
                  <a:lnTo>
                    <a:pt x="295974" y="226716"/>
                  </a:lnTo>
                  <a:close/>
                </a:path>
                <a:path extrusionOk="0" h="265430" w="315594">
                  <a:moveTo>
                    <a:pt x="221528" y="225636"/>
                  </a:moveTo>
                  <a:lnTo>
                    <a:pt x="209502" y="225636"/>
                  </a:lnTo>
                  <a:lnTo>
                    <a:pt x="216534" y="216304"/>
                  </a:lnTo>
                  <a:lnTo>
                    <a:pt x="221528" y="225636"/>
                  </a:lnTo>
                  <a:close/>
                </a:path>
                <a:path extrusionOk="0" h="265430" w="315594">
                  <a:moveTo>
                    <a:pt x="295770" y="226956"/>
                  </a:moveTo>
                  <a:lnTo>
                    <a:pt x="222234" y="226956"/>
                  </a:lnTo>
                  <a:lnTo>
                    <a:pt x="224325" y="216483"/>
                  </a:lnTo>
                  <a:lnTo>
                    <a:pt x="231758" y="226716"/>
                  </a:lnTo>
                  <a:lnTo>
                    <a:pt x="295974" y="226716"/>
                  </a:lnTo>
                  <a:lnTo>
                    <a:pt x="295770" y="226956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8" name="Google Shape;348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55519" y="2386583"/>
              <a:ext cx="310895" cy="170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7"/>
            <p:cNvSpPr/>
            <p:nvPr/>
          </p:nvSpPr>
          <p:spPr>
            <a:xfrm>
              <a:off x="1007966" y="1678633"/>
              <a:ext cx="1591945" cy="1021715"/>
            </a:xfrm>
            <a:custGeom>
              <a:rect b="b" l="l" r="r" t="t"/>
              <a:pathLst>
                <a:path extrusionOk="0" h="1021714" w="1591945">
                  <a:moveTo>
                    <a:pt x="1245663" y="189799"/>
                  </a:moveTo>
                  <a:lnTo>
                    <a:pt x="1478583" y="189799"/>
                  </a:lnTo>
                  <a:lnTo>
                    <a:pt x="1473145" y="186253"/>
                  </a:lnTo>
                  <a:lnTo>
                    <a:pt x="1460388" y="177242"/>
                  </a:lnTo>
                  <a:lnTo>
                    <a:pt x="1426790" y="135973"/>
                  </a:lnTo>
                  <a:lnTo>
                    <a:pt x="1416932" y="93626"/>
                  </a:lnTo>
                  <a:lnTo>
                    <a:pt x="1416839" y="93064"/>
                  </a:lnTo>
                  <a:lnTo>
                    <a:pt x="1421896" y="88773"/>
                  </a:lnTo>
                  <a:lnTo>
                    <a:pt x="1464185" y="55340"/>
                  </a:lnTo>
                  <a:lnTo>
                    <a:pt x="1499670" y="33931"/>
                  </a:lnTo>
                  <a:lnTo>
                    <a:pt x="1521805" y="21715"/>
                  </a:lnTo>
                  <a:lnTo>
                    <a:pt x="1515839" y="18755"/>
                  </a:lnTo>
                  <a:lnTo>
                    <a:pt x="1501695" y="12269"/>
                  </a:lnTo>
                  <a:lnTo>
                    <a:pt x="1484058" y="5362"/>
                  </a:lnTo>
                  <a:lnTo>
                    <a:pt x="1467613" y="1139"/>
                  </a:lnTo>
                  <a:lnTo>
                    <a:pt x="1461812" y="390"/>
                  </a:lnTo>
                  <a:lnTo>
                    <a:pt x="1461444" y="390"/>
                  </a:lnTo>
                  <a:lnTo>
                    <a:pt x="1455899" y="0"/>
                  </a:lnTo>
                  <a:lnTo>
                    <a:pt x="1451391" y="0"/>
                  </a:lnTo>
                  <a:lnTo>
                    <a:pt x="1439035" y="390"/>
                  </a:lnTo>
                  <a:lnTo>
                    <a:pt x="1379614" y="17903"/>
                  </a:lnTo>
                  <a:lnTo>
                    <a:pt x="1336755" y="45887"/>
                  </a:lnTo>
                  <a:lnTo>
                    <a:pt x="1311793" y="78138"/>
                  </a:lnTo>
                  <a:lnTo>
                    <a:pt x="1303250" y="109568"/>
                  </a:lnTo>
                  <a:lnTo>
                    <a:pt x="1297840" y="124811"/>
                  </a:lnTo>
                  <a:lnTo>
                    <a:pt x="1288762" y="141490"/>
                  </a:lnTo>
                  <a:lnTo>
                    <a:pt x="1277745" y="159392"/>
                  </a:lnTo>
                  <a:lnTo>
                    <a:pt x="1268449" y="173680"/>
                  </a:lnTo>
                  <a:lnTo>
                    <a:pt x="1264536" y="179517"/>
                  </a:lnTo>
                  <a:lnTo>
                    <a:pt x="1245663" y="189799"/>
                  </a:lnTo>
                  <a:close/>
                </a:path>
                <a:path extrusionOk="0" h="1021714" w="1591945">
                  <a:moveTo>
                    <a:pt x="1467229" y="290418"/>
                  </a:moveTo>
                  <a:lnTo>
                    <a:pt x="1489810" y="287231"/>
                  </a:lnTo>
                  <a:lnTo>
                    <a:pt x="1489640" y="287231"/>
                  </a:lnTo>
                  <a:lnTo>
                    <a:pt x="1509016" y="277800"/>
                  </a:lnTo>
                  <a:lnTo>
                    <a:pt x="1544390" y="251491"/>
                  </a:lnTo>
                  <a:lnTo>
                    <a:pt x="1580947" y="205727"/>
                  </a:lnTo>
                  <a:lnTo>
                    <a:pt x="1591862" y="167102"/>
                  </a:lnTo>
                  <a:lnTo>
                    <a:pt x="1590633" y="144840"/>
                  </a:lnTo>
                  <a:lnTo>
                    <a:pt x="1588267" y="126659"/>
                  </a:lnTo>
                  <a:lnTo>
                    <a:pt x="1586985" y="119137"/>
                  </a:lnTo>
                  <a:lnTo>
                    <a:pt x="1565311" y="135113"/>
                  </a:lnTo>
                  <a:lnTo>
                    <a:pt x="1546168" y="148830"/>
                  </a:lnTo>
                  <a:lnTo>
                    <a:pt x="1528556" y="160810"/>
                  </a:lnTo>
                  <a:lnTo>
                    <a:pt x="1513920" y="169742"/>
                  </a:lnTo>
                  <a:lnTo>
                    <a:pt x="1497501" y="179217"/>
                  </a:lnTo>
                  <a:lnTo>
                    <a:pt x="1478583" y="189799"/>
                  </a:lnTo>
                  <a:lnTo>
                    <a:pt x="1245663" y="189799"/>
                  </a:lnTo>
                  <a:lnTo>
                    <a:pt x="1080044" y="280028"/>
                  </a:lnTo>
                  <a:lnTo>
                    <a:pt x="1373592" y="280028"/>
                  </a:lnTo>
                  <a:lnTo>
                    <a:pt x="1385264" y="280501"/>
                  </a:lnTo>
                  <a:lnTo>
                    <a:pt x="1398098" y="283050"/>
                  </a:lnTo>
                  <a:lnTo>
                    <a:pt x="1408462" y="285888"/>
                  </a:lnTo>
                  <a:lnTo>
                    <a:pt x="1412724" y="287231"/>
                  </a:lnTo>
                  <a:lnTo>
                    <a:pt x="1421287" y="288289"/>
                  </a:lnTo>
                  <a:lnTo>
                    <a:pt x="1441961" y="290056"/>
                  </a:lnTo>
                  <a:lnTo>
                    <a:pt x="1467229" y="290418"/>
                  </a:lnTo>
                  <a:close/>
                </a:path>
                <a:path extrusionOk="0" h="1021714" w="1591945">
                  <a:moveTo>
                    <a:pt x="119714" y="1021636"/>
                  </a:moveTo>
                  <a:lnTo>
                    <a:pt x="162301" y="1010134"/>
                  </a:lnTo>
                  <a:lnTo>
                    <a:pt x="191261" y="984580"/>
                  </a:lnTo>
                  <a:lnTo>
                    <a:pt x="212581" y="950815"/>
                  </a:lnTo>
                  <a:lnTo>
                    <a:pt x="217154" y="941356"/>
                  </a:lnTo>
                  <a:lnTo>
                    <a:pt x="223090" y="929043"/>
                  </a:lnTo>
                  <a:lnTo>
                    <a:pt x="254176" y="890481"/>
                  </a:lnTo>
                  <a:lnTo>
                    <a:pt x="299471" y="864833"/>
                  </a:lnTo>
                  <a:lnTo>
                    <a:pt x="553121" y="727973"/>
                  </a:lnTo>
                  <a:lnTo>
                    <a:pt x="1148644" y="414382"/>
                  </a:lnTo>
                  <a:lnTo>
                    <a:pt x="1342289" y="293834"/>
                  </a:lnTo>
                  <a:lnTo>
                    <a:pt x="1345587" y="291864"/>
                  </a:lnTo>
                  <a:lnTo>
                    <a:pt x="1353693" y="287429"/>
                  </a:lnTo>
                  <a:lnTo>
                    <a:pt x="1363922" y="282745"/>
                  </a:lnTo>
                  <a:lnTo>
                    <a:pt x="1373592" y="280028"/>
                  </a:lnTo>
                  <a:lnTo>
                    <a:pt x="1080044" y="280028"/>
                  </a:lnTo>
                  <a:lnTo>
                    <a:pt x="315018" y="696810"/>
                  </a:lnTo>
                  <a:lnTo>
                    <a:pt x="154712" y="803116"/>
                  </a:lnTo>
                  <a:lnTo>
                    <a:pt x="91796" y="803116"/>
                  </a:lnTo>
                  <a:lnTo>
                    <a:pt x="55358" y="815283"/>
                  </a:lnTo>
                  <a:lnTo>
                    <a:pt x="20685" y="844977"/>
                  </a:lnTo>
                  <a:lnTo>
                    <a:pt x="12643" y="857288"/>
                  </a:lnTo>
                  <a:lnTo>
                    <a:pt x="118454" y="857288"/>
                  </a:lnTo>
                  <a:lnTo>
                    <a:pt x="120425" y="860725"/>
                  </a:lnTo>
                  <a:lnTo>
                    <a:pt x="133477" y="860725"/>
                  </a:lnTo>
                  <a:lnTo>
                    <a:pt x="133597" y="864833"/>
                  </a:lnTo>
                  <a:lnTo>
                    <a:pt x="133656" y="866853"/>
                  </a:lnTo>
                  <a:lnTo>
                    <a:pt x="143486" y="866853"/>
                  </a:lnTo>
                  <a:lnTo>
                    <a:pt x="142522" y="874789"/>
                  </a:lnTo>
                  <a:lnTo>
                    <a:pt x="142446" y="875415"/>
                  </a:lnTo>
                  <a:lnTo>
                    <a:pt x="154717" y="875415"/>
                  </a:lnTo>
                  <a:lnTo>
                    <a:pt x="150042" y="883823"/>
                  </a:lnTo>
                  <a:lnTo>
                    <a:pt x="162462" y="884259"/>
                  </a:lnTo>
                  <a:lnTo>
                    <a:pt x="154723" y="892174"/>
                  </a:lnTo>
                  <a:lnTo>
                    <a:pt x="166940" y="892934"/>
                  </a:lnTo>
                  <a:lnTo>
                    <a:pt x="157149" y="899321"/>
                  </a:lnTo>
                  <a:lnTo>
                    <a:pt x="168347" y="901496"/>
                  </a:lnTo>
                  <a:lnTo>
                    <a:pt x="158232" y="906711"/>
                  </a:lnTo>
                  <a:lnTo>
                    <a:pt x="169430" y="908998"/>
                  </a:lnTo>
                  <a:lnTo>
                    <a:pt x="157448" y="912866"/>
                  </a:lnTo>
                  <a:lnTo>
                    <a:pt x="168257" y="915126"/>
                  </a:lnTo>
                  <a:lnTo>
                    <a:pt x="156759" y="918272"/>
                  </a:lnTo>
                  <a:lnTo>
                    <a:pt x="166576" y="922790"/>
                  </a:lnTo>
                  <a:lnTo>
                    <a:pt x="155159" y="923881"/>
                  </a:lnTo>
                  <a:lnTo>
                    <a:pt x="162008" y="930430"/>
                  </a:lnTo>
                  <a:lnTo>
                    <a:pt x="151246" y="931036"/>
                  </a:lnTo>
                  <a:lnTo>
                    <a:pt x="157076" y="937779"/>
                  </a:lnTo>
                  <a:lnTo>
                    <a:pt x="148282" y="937779"/>
                  </a:lnTo>
                  <a:lnTo>
                    <a:pt x="153769" y="944361"/>
                  </a:lnTo>
                  <a:lnTo>
                    <a:pt x="144481" y="944361"/>
                  </a:lnTo>
                  <a:lnTo>
                    <a:pt x="147827" y="951419"/>
                  </a:lnTo>
                  <a:lnTo>
                    <a:pt x="138722" y="951419"/>
                  </a:lnTo>
                  <a:lnTo>
                    <a:pt x="139920" y="955915"/>
                  </a:lnTo>
                  <a:lnTo>
                    <a:pt x="130333" y="955915"/>
                  </a:lnTo>
                  <a:lnTo>
                    <a:pt x="130217" y="959617"/>
                  </a:lnTo>
                  <a:lnTo>
                    <a:pt x="119055" y="959617"/>
                  </a:lnTo>
                  <a:lnTo>
                    <a:pt x="117961" y="962568"/>
                  </a:lnTo>
                  <a:lnTo>
                    <a:pt x="107410" y="962568"/>
                  </a:lnTo>
                  <a:lnTo>
                    <a:pt x="106950" y="963448"/>
                  </a:lnTo>
                  <a:lnTo>
                    <a:pt x="11014" y="963448"/>
                  </a:lnTo>
                  <a:lnTo>
                    <a:pt x="14481" y="969014"/>
                  </a:lnTo>
                  <a:lnTo>
                    <a:pt x="44439" y="998064"/>
                  </a:lnTo>
                  <a:lnTo>
                    <a:pt x="80499" y="1017505"/>
                  </a:lnTo>
                  <a:lnTo>
                    <a:pt x="109220" y="1021425"/>
                  </a:lnTo>
                  <a:lnTo>
                    <a:pt x="119714" y="1021636"/>
                  </a:lnTo>
                  <a:close/>
                </a:path>
                <a:path extrusionOk="0" h="1021714" w="1591945">
                  <a:moveTo>
                    <a:pt x="91796" y="803116"/>
                  </a:moveTo>
                  <a:lnTo>
                    <a:pt x="154712" y="803116"/>
                  </a:lnTo>
                  <a:lnTo>
                    <a:pt x="148965" y="802279"/>
                  </a:lnTo>
                  <a:lnTo>
                    <a:pt x="134908" y="800715"/>
                  </a:lnTo>
                  <a:lnTo>
                    <a:pt x="117316" y="799845"/>
                  </a:lnTo>
                  <a:lnTo>
                    <a:pt x="100963" y="801089"/>
                  </a:lnTo>
                  <a:lnTo>
                    <a:pt x="91796" y="803116"/>
                  </a:lnTo>
                  <a:close/>
                </a:path>
                <a:path extrusionOk="0" h="1021714" w="1591945">
                  <a:moveTo>
                    <a:pt x="111458" y="865831"/>
                  </a:moveTo>
                  <a:lnTo>
                    <a:pt x="118454" y="857288"/>
                  </a:lnTo>
                  <a:lnTo>
                    <a:pt x="12643" y="857288"/>
                  </a:lnTo>
                  <a:lnTo>
                    <a:pt x="12362" y="857718"/>
                  </a:lnTo>
                  <a:lnTo>
                    <a:pt x="11960" y="858554"/>
                  </a:lnTo>
                  <a:lnTo>
                    <a:pt x="105977" y="858554"/>
                  </a:lnTo>
                  <a:lnTo>
                    <a:pt x="111458" y="865831"/>
                  </a:lnTo>
                  <a:close/>
                </a:path>
                <a:path extrusionOk="0" h="1021714" w="1591945">
                  <a:moveTo>
                    <a:pt x="102743" y="866995"/>
                  </a:moveTo>
                  <a:lnTo>
                    <a:pt x="105977" y="858554"/>
                  </a:lnTo>
                  <a:lnTo>
                    <a:pt x="11960" y="858554"/>
                  </a:lnTo>
                  <a:lnTo>
                    <a:pt x="10915" y="860725"/>
                  </a:lnTo>
                  <a:lnTo>
                    <a:pt x="10839" y="860882"/>
                  </a:lnTo>
                  <a:lnTo>
                    <a:pt x="94626" y="860882"/>
                  </a:lnTo>
                  <a:lnTo>
                    <a:pt x="102743" y="866995"/>
                  </a:lnTo>
                  <a:close/>
                </a:path>
                <a:path extrusionOk="0" h="1021714" w="1591945">
                  <a:moveTo>
                    <a:pt x="123653" y="866352"/>
                  </a:moveTo>
                  <a:lnTo>
                    <a:pt x="133477" y="860725"/>
                  </a:lnTo>
                  <a:lnTo>
                    <a:pt x="120425" y="860725"/>
                  </a:lnTo>
                  <a:lnTo>
                    <a:pt x="123653" y="866352"/>
                  </a:lnTo>
                  <a:close/>
                </a:path>
                <a:path extrusionOk="0" h="1021714" w="1591945">
                  <a:moveTo>
                    <a:pt x="93535" y="869704"/>
                  </a:moveTo>
                  <a:lnTo>
                    <a:pt x="94626" y="860882"/>
                  </a:lnTo>
                  <a:lnTo>
                    <a:pt x="10839" y="860882"/>
                  </a:lnTo>
                  <a:lnTo>
                    <a:pt x="9317" y="864044"/>
                  </a:lnTo>
                  <a:lnTo>
                    <a:pt x="85466" y="864044"/>
                  </a:lnTo>
                  <a:lnTo>
                    <a:pt x="93535" y="869704"/>
                  </a:lnTo>
                  <a:close/>
                </a:path>
                <a:path extrusionOk="0" h="1021714" w="1591945">
                  <a:moveTo>
                    <a:pt x="85749" y="874789"/>
                  </a:moveTo>
                  <a:lnTo>
                    <a:pt x="85667" y="871687"/>
                  </a:lnTo>
                  <a:lnTo>
                    <a:pt x="85544" y="866995"/>
                  </a:lnTo>
                  <a:lnTo>
                    <a:pt x="85466" y="864044"/>
                  </a:lnTo>
                  <a:lnTo>
                    <a:pt x="9317" y="864044"/>
                  </a:lnTo>
                  <a:lnTo>
                    <a:pt x="5820" y="871306"/>
                  </a:lnTo>
                  <a:lnTo>
                    <a:pt x="5703" y="871687"/>
                  </a:lnTo>
                  <a:lnTo>
                    <a:pt x="5647" y="871870"/>
                  </a:lnTo>
                  <a:lnTo>
                    <a:pt x="75722" y="871870"/>
                  </a:lnTo>
                  <a:lnTo>
                    <a:pt x="85749" y="874789"/>
                  </a:lnTo>
                  <a:close/>
                </a:path>
                <a:path extrusionOk="0" h="1021714" w="1591945">
                  <a:moveTo>
                    <a:pt x="133739" y="869704"/>
                  </a:moveTo>
                  <a:lnTo>
                    <a:pt x="134127" y="869704"/>
                  </a:lnTo>
                  <a:lnTo>
                    <a:pt x="143486" y="866853"/>
                  </a:lnTo>
                  <a:lnTo>
                    <a:pt x="133656" y="866853"/>
                  </a:lnTo>
                  <a:lnTo>
                    <a:pt x="133739" y="869704"/>
                  </a:lnTo>
                  <a:close/>
                </a:path>
                <a:path extrusionOk="0" h="1021714" w="1591945">
                  <a:moveTo>
                    <a:pt x="78803" y="881007"/>
                  </a:moveTo>
                  <a:lnTo>
                    <a:pt x="75722" y="871870"/>
                  </a:lnTo>
                  <a:lnTo>
                    <a:pt x="5647" y="871870"/>
                  </a:lnTo>
                  <a:lnTo>
                    <a:pt x="3400" y="879179"/>
                  </a:lnTo>
                  <a:lnTo>
                    <a:pt x="69230" y="879179"/>
                  </a:lnTo>
                  <a:lnTo>
                    <a:pt x="78803" y="881007"/>
                  </a:lnTo>
                  <a:close/>
                </a:path>
                <a:path extrusionOk="0" h="1021714" w="1591945">
                  <a:moveTo>
                    <a:pt x="142337" y="876313"/>
                  </a:moveTo>
                  <a:lnTo>
                    <a:pt x="154717" y="875415"/>
                  </a:lnTo>
                  <a:lnTo>
                    <a:pt x="142446" y="875415"/>
                  </a:lnTo>
                  <a:lnTo>
                    <a:pt x="142337" y="876313"/>
                  </a:lnTo>
                  <a:close/>
                </a:path>
                <a:path extrusionOk="0" h="1021714" w="1591945">
                  <a:moveTo>
                    <a:pt x="74428" y="888625"/>
                  </a:moveTo>
                  <a:lnTo>
                    <a:pt x="69230" y="879179"/>
                  </a:lnTo>
                  <a:lnTo>
                    <a:pt x="3400" y="879179"/>
                  </a:lnTo>
                  <a:lnTo>
                    <a:pt x="2196" y="883097"/>
                  </a:lnTo>
                  <a:lnTo>
                    <a:pt x="1558" y="887193"/>
                  </a:lnTo>
                  <a:lnTo>
                    <a:pt x="62408" y="887193"/>
                  </a:lnTo>
                  <a:lnTo>
                    <a:pt x="74428" y="888625"/>
                  </a:lnTo>
                  <a:close/>
                </a:path>
                <a:path extrusionOk="0" h="1021714" w="1591945">
                  <a:moveTo>
                    <a:pt x="1727" y="936242"/>
                  </a:moveTo>
                  <a:lnTo>
                    <a:pt x="64889" y="936242"/>
                  </a:lnTo>
                  <a:lnTo>
                    <a:pt x="72796" y="925837"/>
                  </a:lnTo>
                  <a:lnTo>
                    <a:pt x="59674" y="925474"/>
                  </a:lnTo>
                  <a:lnTo>
                    <a:pt x="69740" y="918537"/>
                  </a:lnTo>
                  <a:lnTo>
                    <a:pt x="57604" y="914898"/>
                  </a:lnTo>
                  <a:lnTo>
                    <a:pt x="68164" y="911632"/>
                  </a:lnTo>
                  <a:lnTo>
                    <a:pt x="58566" y="906272"/>
                  </a:lnTo>
                  <a:lnTo>
                    <a:pt x="68600" y="904016"/>
                  </a:lnTo>
                  <a:lnTo>
                    <a:pt x="60272" y="897282"/>
                  </a:lnTo>
                  <a:lnTo>
                    <a:pt x="70362" y="896263"/>
                  </a:lnTo>
                  <a:lnTo>
                    <a:pt x="62408" y="887193"/>
                  </a:lnTo>
                  <a:lnTo>
                    <a:pt x="1558" y="887193"/>
                  </a:lnTo>
                  <a:lnTo>
                    <a:pt x="282" y="895384"/>
                  </a:lnTo>
                  <a:lnTo>
                    <a:pt x="191" y="897282"/>
                  </a:lnTo>
                  <a:lnTo>
                    <a:pt x="93" y="899321"/>
                  </a:lnTo>
                  <a:lnTo>
                    <a:pt x="0" y="920339"/>
                  </a:lnTo>
                  <a:lnTo>
                    <a:pt x="710" y="929043"/>
                  </a:lnTo>
                  <a:lnTo>
                    <a:pt x="823" y="930430"/>
                  </a:lnTo>
                  <a:lnTo>
                    <a:pt x="1727" y="936242"/>
                  </a:lnTo>
                  <a:close/>
                </a:path>
                <a:path extrusionOk="0" h="1021714" w="1591945">
                  <a:moveTo>
                    <a:pt x="3539" y="944935"/>
                  </a:moveTo>
                  <a:lnTo>
                    <a:pt x="70936" y="944935"/>
                  </a:lnTo>
                  <a:lnTo>
                    <a:pt x="78667" y="934998"/>
                  </a:lnTo>
                  <a:lnTo>
                    <a:pt x="64889" y="936242"/>
                  </a:lnTo>
                  <a:lnTo>
                    <a:pt x="1727" y="936242"/>
                  </a:lnTo>
                  <a:lnTo>
                    <a:pt x="2345" y="940156"/>
                  </a:lnTo>
                  <a:lnTo>
                    <a:pt x="2453" y="940844"/>
                  </a:lnTo>
                  <a:lnTo>
                    <a:pt x="3539" y="944935"/>
                  </a:lnTo>
                  <a:close/>
                </a:path>
                <a:path extrusionOk="0" h="1021714" w="1591945">
                  <a:moveTo>
                    <a:pt x="148282" y="937779"/>
                  </a:moveTo>
                  <a:lnTo>
                    <a:pt x="157076" y="937779"/>
                  </a:lnTo>
                  <a:lnTo>
                    <a:pt x="147325" y="936631"/>
                  </a:lnTo>
                  <a:lnTo>
                    <a:pt x="148282" y="937779"/>
                  </a:lnTo>
                  <a:close/>
                </a:path>
                <a:path extrusionOk="0" h="1021714" w="1591945">
                  <a:moveTo>
                    <a:pt x="5591" y="951992"/>
                  </a:moveTo>
                  <a:lnTo>
                    <a:pt x="79943" y="951992"/>
                  </a:lnTo>
                  <a:lnTo>
                    <a:pt x="84721" y="940156"/>
                  </a:lnTo>
                  <a:lnTo>
                    <a:pt x="70936" y="944935"/>
                  </a:lnTo>
                  <a:lnTo>
                    <a:pt x="3539" y="944935"/>
                  </a:lnTo>
                  <a:lnTo>
                    <a:pt x="5012" y="950480"/>
                  </a:lnTo>
                  <a:lnTo>
                    <a:pt x="5102" y="950815"/>
                  </a:lnTo>
                  <a:lnTo>
                    <a:pt x="5591" y="951992"/>
                  </a:lnTo>
                  <a:close/>
                </a:path>
                <a:path extrusionOk="0" h="1021714" w="1591945">
                  <a:moveTo>
                    <a:pt x="144481" y="944361"/>
                  </a:moveTo>
                  <a:lnTo>
                    <a:pt x="153769" y="944361"/>
                  </a:lnTo>
                  <a:lnTo>
                    <a:pt x="142813" y="940844"/>
                  </a:lnTo>
                  <a:lnTo>
                    <a:pt x="144481" y="944361"/>
                  </a:lnTo>
                  <a:close/>
                </a:path>
                <a:path extrusionOk="0" h="1021714" w="1591945">
                  <a:moveTo>
                    <a:pt x="138722" y="951419"/>
                  </a:moveTo>
                  <a:lnTo>
                    <a:pt x="147827" y="951419"/>
                  </a:lnTo>
                  <a:lnTo>
                    <a:pt x="137082" y="945265"/>
                  </a:lnTo>
                  <a:lnTo>
                    <a:pt x="138722" y="951419"/>
                  </a:lnTo>
                  <a:close/>
                </a:path>
                <a:path extrusionOk="0" h="1021714" w="1591945">
                  <a:moveTo>
                    <a:pt x="7588" y="956795"/>
                  </a:moveTo>
                  <a:lnTo>
                    <a:pt x="89295" y="956795"/>
                  </a:lnTo>
                  <a:lnTo>
                    <a:pt x="90555" y="946535"/>
                  </a:lnTo>
                  <a:lnTo>
                    <a:pt x="90679" y="945524"/>
                  </a:lnTo>
                  <a:lnTo>
                    <a:pt x="79943" y="951992"/>
                  </a:lnTo>
                  <a:lnTo>
                    <a:pt x="5591" y="951992"/>
                  </a:lnTo>
                  <a:lnTo>
                    <a:pt x="7588" y="956795"/>
                  </a:lnTo>
                  <a:close/>
                </a:path>
                <a:path extrusionOk="0" h="1021714" w="1591945">
                  <a:moveTo>
                    <a:pt x="130333" y="955915"/>
                  </a:moveTo>
                  <a:lnTo>
                    <a:pt x="139920" y="955915"/>
                  </a:lnTo>
                  <a:lnTo>
                    <a:pt x="130581" y="948023"/>
                  </a:lnTo>
                  <a:lnTo>
                    <a:pt x="130456" y="951992"/>
                  </a:lnTo>
                  <a:lnTo>
                    <a:pt x="130333" y="955915"/>
                  </a:lnTo>
                  <a:close/>
                </a:path>
                <a:path extrusionOk="0" h="1021714" w="1591945">
                  <a:moveTo>
                    <a:pt x="9030" y="960263"/>
                  </a:moveTo>
                  <a:lnTo>
                    <a:pt x="98670" y="960263"/>
                  </a:lnTo>
                  <a:lnTo>
                    <a:pt x="98552" y="948952"/>
                  </a:lnTo>
                  <a:lnTo>
                    <a:pt x="89295" y="956795"/>
                  </a:lnTo>
                  <a:lnTo>
                    <a:pt x="7588" y="956795"/>
                  </a:lnTo>
                  <a:lnTo>
                    <a:pt x="9030" y="960263"/>
                  </a:lnTo>
                  <a:close/>
                </a:path>
                <a:path extrusionOk="0" h="1021714" w="1591945">
                  <a:moveTo>
                    <a:pt x="11014" y="963448"/>
                  </a:moveTo>
                  <a:lnTo>
                    <a:pt x="106950" y="963448"/>
                  </a:lnTo>
                  <a:lnTo>
                    <a:pt x="104771" y="951992"/>
                  </a:lnTo>
                  <a:lnTo>
                    <a:pt x="104662" y="951419"/>
                  </a:lnTo>
                  <a:lnTo>
                    <a:pt x="104547" y="950815"/>
                  </a:lnTo>
                  <a:lnTo>
                    <a:pt x="104483" y="950480"/>
                  </a:lnTo>
                  <a:lnTo>
                    <a:pt x="98670" y="960263"/>
                  </a:lnTo>
                  <a:lnTo>
                    <a:pt x="9030" y="960263"/>
                  </a:lnTo>
                  <a:lnTo>
                    <a:pt x="11014" y="963448"/>
                  </a:lnTo>
                  <a:close/>
                </a:path>
                <a:path extrusionOk="0" h="1021714" w="1591945">
                  <a:moveTo>
                    <a:pt x="119055" y="959617"/>
                  </a:moveTo>
                  <a:lnTo>
                    <a:pt x="130217" y="959617"/>
                  </a:lnTo>
                  <a:lnTo>
                    <a:pt x="122124" y="950815"/>
                  </a:lnTo>
                  <a:lnTo>
                    <a:pt x="122317" y="950815"/>
                  </a:lnTo>
                  <a:lnTo>
                    <a:pt x="119055" y="959617"/>
                  </a:lnTo>
                  <a:close/>
                </a:path>
                <a:path extrusionOk="0" h="1021714" w="1591945">
                  <a:moveTo>
                    <a:pt x="107410" y="962568"/>
                  </a:moveTo>
                  <a:lnTo>
                    <a:pt x="117961" y="962568"/>
                  </a:lnTo>
                  <a:lnTo>
                    <a:pt x="112829" y="951992"/>
                  </a:lnTo>
                  <a:lnTo>
                    <a:pt x="110891" y="955915"/>
                  </a:lnTo>
                  <a:lnTo>
                    <a:pt x="107410" y="962568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2076280" y="1693239"/>
              <a:ext cx="503555" cy="426084"/>
            </a:xfrm>
            <a:custGeom>
              <a:rect b="b" l="l" r="r" t="t"/>
              <a:pathLst>
                <a:path extrusionOk="0" h="426085" w="503555">
                  <a:moveTo>
                    <a:pt x="14068" y="425996"/>
                  </a:moveTo>
                  <a:lnTo>
                    <a:pt x="161498" y="325256"/>
                  </a:lnTo>
                  <a:lnTo>
                    <a:pt x="188011" y="306300"/>
                  </a:lnTo>
                  <a:lnTo>
                    <a:pt x="213984" y="287076"/>
                  </a:lnTo>
                  <a:lnTo>
                    <a:pt x="238709" y="269679"/>
                  </a:lnTo>
                  <a:lnTo>
                    <a:pt x="275706" y="250179"/>
                  </a:lnTo>
                  <a:lnTo>
                    <a:pt x="310554" y="245197"/>
                  </a:lnTo>
                  <a:lnTo>
                    <a:pt x="322605" y="245531"/>
                  </a:lnTo>
                  <a:lnTo>
                    <a:pt x="349434" y="248800"/>
                  </a:lnTo>
                  <a:lnTo>
                    <a:pt x="372844" y="250300"/>
                  </a:lnTo>
                  <a:lnTo>
                    <a:pt x="416071" y="243416"/>
                  </a:lnTo>
                  <a:lnTo>
                    <a:pt x="454991" y="220393"/>
                  </a:lnTo>
                  <a:lnTo>
                    <a:pt x="486856" y="186518"/>
                  </a:lnTo>
                  <a:lnTo>
                    <a:pt x="503556" y="149476"/>
                  </a:lnTo>
                  <a:lnTo>
                    <a:pt x="502100" y="131527"/>
                  </a:lnTo>
                  <a:lnTo>
                    <a:pt x="411868" y="189741"/>
                  </a:lnTo>
                  <a:lnTo>
                    <a:pt x="399284" y="184158"/>
                  </a:lnTo>
                  <a:lnTo>
                    <a:pt x="363300" y="158635"/>
                  </a:lnTo>
                  <a:lnTo>
                    <a:pt x="338852" y="123408"/>
                  </a:lnTo>
                  <a:lnTo>
                    <a:pt x="331676" y="92968"/>
                  </a:lnTo>
                  <a:lnTo>
                    <a:pt x="332865" y="81324"/>
                  </a:lnTo>
                  <a:lnTo>
                    <a:pt x="335219" y="67976"/>
                  </a:lnTo>
                  <a:lnTo>
                    <a:pt x="402651" y="19949"/>
                  </a:lnTo>
                  <a:lnTo>
                    <a:pt x="407017" y="3454"/>
                  </a:lnTo>
                  <a:lnTo>
                    <a:pt x="387437" y="990"/>
                  </a:lnTo>
                  <a:lnTo>
                    <a:pt x="370390" y="0"/>
                  </a:lnTo>
                  <a:lnTo>
                    <a:pt x="355109" y="1029"/>
                  </a:lnTo>
                  <a:lnTo>
                    <a:pt x="304050" y="20621"/>
                  </a:lnTo>
                  <a:lnTo>
                    <a:pt x="274053" y="48650"/>
                  </a:lnTo>
                  <a:lnTo>
                    <a:pt x="254688" y="84470"/>
                  </a:lnTo>
                  <a:lnTo>
                    <a:pt x="213938" y="167911"/>
                  </a:lnTo>
                  <a:lnTo>
                    <a:pt x="0" y="298894"/>
                  </a:lnTo>
                  <a:lnTo>
                    <a:pt x="14068" y="425996"/>
                  </a:lnTo>
                  <a:close/>
                </a:path>
              </a:pathLst>
            </a:custGeom>
            <a:solidFill>
              <a:srgbClr val="EBEC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1" name="Google Shape;351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15311" y="1914143"/>
              <a:ext cx="18287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06167" y="1898903"/>
              <a:ext cx="210311" cy="1341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7"/>
            <p:cNvSpPr/>
            <p:nvPr/>
          </p:nvSpPr>
          <p:spPr>
            <a:xfrm>
              <a:off x="2149048" y="1950413"/>
              <a:ext cx="144145" cy="94615"/>
            </a:xfrm>
            <a:custGeom>
              <a:rect b="b" l="l" r="r" t="t"/>
              <a:pathLst>
                <a:path extrusionOk="0" h="94614" w="144144">
                  <a:moveTo>
                    <a:pt x="9217" y="94598"/>
                  </a:moveTo>
                  <a:lnTo>
                    <a:pt x="144081" y="6306"/>
                  </a:lnTo>
                  <a:lnTo>
                    <a:pt x="140200" y="0"/>
                  </a:lnTo>
                  <a:lnTo>
                    <a:pt x="0" y="92658"/>
                  </a:lnTo>
                  <a:lnTo>
                    <a:pt x="9217" y="9459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4" name="Google Shape;354;p3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164079" y="1822703"/>
              <a:ext cx="423671" cy="228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3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334364" y="1824281"/>
              <a:ext cx="85381" cy="116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37"/>
            <p:cNvSpPr/>
            <p:nvPr/>
          </p:nvSpPr>
          <p:spPr>
            <a:xfrm>
              <a:off x="1026931" y="2413861"/>
              <a:ext cx="315595" cy="265430"/>
            </a:xfrm>
            <a:custGeom>
              <a:rect b="b" l="l" r="r" t="t"/>
              <a:pathLst>
                <a:path extrusionOk="0" h="265430" w="315594">
                  <a:moveTo>
                    <a:pt x="103779" y="265314"/>
                  </a:moveTo>
                  <a:lnTo>
                    <a:pt x="147736" y="247554"/>
                  </a:lnTo>
                  <a:lnTo>
                    <a:pt x="177717" y="208738"/>
                  </a:lnTo>
                  <a:lnTo>
                    <a:pt x="186602" y="173903"/>
                  </a:lnTo>
                  <a:lnTo>
                    <a:pt x="194468" y="158398"/>
                  </a:lnTo>
                  <a:lnTo>
                    <a:pt x="216841" y="137298"/>
                  </a:lnTo>
                  <a:lnTo>
                    <a:pt x="217757" y="136508"/>
                  </a:lnTo>
                  <a:lnTo>
                    <a:pt x="245057" y="119640"/>
                  </a:lnTo>
                  <a:lnTo>
                    <a:pt x="273546" y="103505"/>
                  </a:lnTo>
                  <a:lnTo>
                    <a:pt x="299482" y="84381"/>
                  </a:lnTo>
                  <a:lnTo>
                    <a:pt x="305307" y="78949"/>
                  </a:lnTo>
                  <a:lnTo>
                    <a:pt x="314577" y="65859"/>
                  </a:lnTo>
                  <a:lnTo>
                    <a:pt x="315264" y="0"/>
                  </a:lnTo>
                  <a:lnTo>
                    <a:pt x="314577" y="0"/>
                  </a:lnTo>
                  <a:lnTo>
                    <a:pt x="227446" y="61743"/>
                  </a:lnTo>
                  <a:lnTo>
                    <a:pt x="179423" y="131039"/>
                  </a:lnTo>
                  <a:lnTo>
                    <a:pt x="118804" y="131039"/>
                  </a:lnTo>
                  <a:lnTo>
                    <a:pt x="120061" y="136508"/>
                  </a:lnTo>
                  <a:lnTo>
                    <a:pt x="130336" y="136508"/>
                  </a:lnTo>
                  <a:lnTo>
                    <a:pt x="128938" y="145254"/>
                  </a:lnTo>
                  <a:lnTo>
                    <a:pt x="139755" y="145254"/>
                  </a:lnTo>
                  <a:lnTo>
                    <a:pt x="132625" y="153236"/>
                  </a:lnTo>
                  <a:lnTo>
                    <a:pt x="131528" y="153236"/>
                  </a:lnTo>
                  <a:lnTo>
                    <a:pt x="145231" y="154320"/>
                  </a:lnTo>
                  <a:lnTo>
                    <a:pt x="137502" y="161106"/>
                  </a:lnTo>
                  <a:lnTo>
                    <a:pt x="150511" y="161439"/>
                  </a:lnTo>
                  <a:lnTo>
                    <a:pt x="138459" y="167318"/>
                  </a:lnTo>
                  <a:lnTo>
                    <a:pt x="150236" y="169048"/>
                  </a:lnTo>
                  <a:lnTo>
                    <a:pt x="139526" y="173903"/>
                  </a:lnTo>
                  <a:lnTo>
                    <a:pt x="138732" y="173903"/>
                  </a:lnTo>
                  <a:lnTo>
                    <a:pt x="149911" y="177804"/>
                  </a:lnTo>
                  <a:lnTo>
                    <a:pt x="138985" y="179652"/>
                  </a:lnTo>
                  <a:lnTo>
                    <a:pt x="138699" y="179652"/>
                  </a:lnTo>
                  <a:lnTo>
                    <a:pt x="148342" y="183302"/>
                  </a:lnTo>
                  <a:lnTo>
                    <a:pt x="136829" y="185154"/>
                  </a:lnTo>
                  <a:lnTo>
                    <a:pt x="145366" y="190858"/>
                  </a:lnTo>
                  <a:lnTo>
                    <a:pt x="133640" y="191838"/>
                  </a:lnTo>
                  <a:lnTo>
                    <a:pt x="142065" y="199025"/>
                  </a:lnTo>
                  <a:lnTo>
                    <a:pt x="129824" y="199441"/>
                  </a:lnTo>
                  <a:lnTo>
                    <a:pt x="138151" y="207651"/>
                  </a:lnTo>
                  <a:lnTo>
                    <a:pt x="127822" y="207651"/>
                  </a:lnTo>
                  <a:lnTo>
                    <a:pt x="130818" y="213790"/>
                  </a:lnTo>
                  <a:lnTo>
                    <a:pt x="123300" y="213790"/>
                  </a:lnTo>
                  <a:lnTo>
                    <a:pt x="125390" y="218478"/>
                  </a:lnTo>
                  <a:lnTo>
                    <a:pt x="115632" y="218478"/>
                  </a:lnTo>
                  <a:lnTo>
                    <a:pt x="115690" y="219224"/>
                  </a:lnTo>
                  <a:lnTo>
                    <a:pt x="115816" y="220850"/>
                  </a:lnTo>
                  <a:lnTo>
                    <a:pt x="115907" y="222034"/>
                  </a:lnTo>
                  <a:lnTo>
                    <a:pt x="106126" y="222034"/>
                  </a:lnTo>
                  <a:lnTo>
                    <a:pt x="105761" y="225636"/>
                  </a:lnTo>
                  <a:lnTo>
                    <a:pt x="93735" y="225636"/>
                  </a:lnTo>
                  <a:lnTo>
                    <a:pt x="93029" y="226956"/>
                  </a:lnTo>
                  <a:lnTo>
                    <a:pt x="19493" y="226956"/>
                  </a:lnTo>
                  <a:lnTo>
                    <a:pt x="24727" y="233123"/>
                  </a:lnTo>
                  <a:lnTo>
                    <a:pt x="38610" y="244965"/>
                  </a:lnTo>
                  <a:lnTo>
                    <a:pt x="54012" y="254266"/>
                  </a:lnTo>
                  <a:lnTo>
                    <a:pt x="69808" y="260586"/>
                  </a:lnTo>
                  <a:lnTo>
                    <a:pt x="86653" y="264429"/>
                  </a:lnTo>
                  <a:lnTo>
                    <a:pt x="103779" y="265314"/>
                  </a:lnTo>
                  <a:close/>
                </a:path>
                <a:path extrusionOk="0" h="265430" w="315594">
                  <a:moveTo>
                    <a:pt x="118804" y="131039"/>
                  </a:moveTo>
                  <a:lnTo>
                    <a:pt x="179423" y="131039"/>
                  </a:lnTo>
                  <a:lnTo>
                    <a:pt x="178088" y="128600"/>
                  </a:lnTo>
                  <a:lnTo>
                    <a:pt x="147490" y="98260"/>
                  </a:lnTo>
                  <a:lnTo>
                    <a:pt x="109856" y="83340"/>
                  </a:lnTo>
                  <a:lnTo>
                    <a:pt x="90239" y="80266"/>
                  </a:lnTo>
                  <a:lnTo>
                    <a:pt x="78871" y="81855"/>
                  </a:lnTo>
                  <a:lnTo>
                    <a:pt x="37790" y="102093"/>
                  </a:lnTo>
                  <a:lnTo>
                    <a:pt x="18108" y="121704"/>
                  </a:lnTo>
                  <a:lnTo>
                    <a:pt x="93137" y="121704"/>
                  </a:lnTo>
                  <a:lnTo>
                    <a:pt x="93785" y="122887"/>
                  </a:lnTo>
                  <a:lnTo>
                    <a:pt x="104945" y="122887"/>
                  </a:lnTo>
                  <a:lnTo>
                    <a:pt x="104726" y="123144"/>
                  </a:lnTo>
                  <a:lnTo>
                    <a:pt x="107798" y="128437"/>
                  </a:lnTo>
                  <a:lnTo>
                    <a:pt x="118486" y="128437"/>
                  </a:lnTo>
                  <a:lnTo>
                    <a:pt x="118243" y="128600"/>
                  </a:lnTo>
                  <a:lnTo>
                    <a:pt x="118762" y="130856"/>
                  </a:lnTo>
                  <a:lnTo>
                    <a:pt x="118804" y="131039"/>
                  </a:lnTo>
                  <a:close/>
                </a:path>
                <a:path extrusionOk="0" h="265430" w="315594">
                  <a:moveTo>
                    <a:pt x="87779" y="131353"/>
                  </a:moveTo>
                  <a:lnTo>
                    <a:pt x="87994" y="131039"/>
                  </a:lnTo>
                  <a:lnTo>
                    <a:pt x="93137" y="121704"/>
                  </a:lnTo>
                  <a:lnTo>
                    <a:pt x="18108" y="121704"/>
                  </a:lnTo>
                  <a:lnTo>
                    <a:pt x="17914" y="121967"/>
                  </a:lnTo>
                  <a:lnTo>
                    <a:pt x="81338" y="121967"/>
                  </a:lnTo>
                  <a:lnTo>
                    <a:pt x="87779" y="131353"/>
                  </a:lnTo>
                  <a:close/>
                </a:path>
                <a:path extrusionOk="0" h="265430" w="315594">
                  <a:moveTo>
                    <a:pt x="78720" y="133577"/>
                  </a:moveTo>
                  <a:lnTo>
                    <a:pt x="81270" y="122270"/>
                  </a:lnTo>
                  <a:lnTo>
                    <a:pt x="81338" y="121967"/>
                  </a:lnTo>
                  <a:lnTo>
                    <a:pt x="17914" y="121967"/>
                  </a:lnTo>
                  <a:lnTo>
                    <a:pt x="15509" y="125223"/>
                  </a:lnTo>
                  <a:lnTo>
                    <a:pt x="70729" y="125223"/>
                  </a:lnTo>
                  <a:lnTo>
                    <a:pt x="78720" y="133577"/>
                  </a:lnTo>
                  <a:close/>
                </a:path>
                <a:path extrusionOk="0" h="265430" w="315594">
                  <a:moveTo>
                    <a:pt x="104726" y="123144"/>
                  </a:moveTo>
                  <a:lnTo>
                    <a:pt x="104945" y="122887"/>
                  </a:lnTo>
                  <a:lnTo>
                    <a:pt x="104577" y="122887"/>
                  </a:lnTo>
                  <a:lnTo>
                    <a:pt x="104726" y="123144"/>
                  </a:lnTo>
                  <a:close/>
                </a:path>
                <a:path extrusionOk="0" h="265430" w="315594">
                  <a:moveTo>
                    <a:pt x="98146" y="130856"/>
                  </a:moveTo>
                  <a:lnTo>
                    <a:pt x="104726" y="123144"/>
                  </a:lnTo>
                  <a:lnTo>
                    <a:pt x="104577" y="122887"/>
                  </a:lnTo>
                  <a:lnTo>
                    <a:pt x="93785" y="122887"/>
                  </a:lnTo>
                  <a:lnTo>
                    <a:pt x="98146" y="130856"/>
                  </a:lnTo>
                  <a:close/>
                </a:path>
                <a:path extrusionOk="0" h="265430" w="315594">
                  <a:moveTo>
                    <a:pt x="70240" y="137298"/>
                  </a:moveTo>
                  <a:lnTo>
                    <a:pt x="70272" y="136508"/>
                  </a:lnTo>
                  <a:lnTo>
                    <a:pt x="70390" y="133577"/>
                  </a:lnTo>
                  <a:lnTo>
                    <a:pt x="70481" y="131353"/>
                  </a:lnTo>
                  <a:lnTo>
                    <a:pt x="70592" y="128600"/>
                  </a:lnTo>
                  <a:lnTo>
                    <a:pt x="70689" y="126228"/>
                  </a:lnTo>
                  <a:lnTo>
                    <a:pt x="70729" y="125223"/>
                  </a:lnTo>
                  <a:lnTo>
                    <a:pt x="15509" y="125223"/>
                  </a:lnTo>
                  <a:lnTo>
                    <a:pt x="14766" y="126228"/>
                  </a:lnTo>
                  <a:lnTo>
                    <a:pt x="12032" y="131353"/>
                  </a:lnTo>
                  <a:lnTo>
                    <a:pt x="60871" y="131353"/>
                  </a:lnTo>
                  <a:lnTo>
                    <a:pt x="70240" y="137298"/>
                  </a:lnTo>
                  <a:close/>
                </a:path>
                <a:path extrusionOk="0" h="265430" w="315594">
                  <a:moveTo>
                    <a:pt x="118243" y="128600"/>
                  </a:moveTo>
                  <a:lnTo>
                    <a:pt x="118486" y="128437"/>
                  </a:lnTo>
                  <a:lnTo>
                    <a:pt x="118205" y="128437"/>
                  </a:lnTo>
                  <a:lnTo>
                    <a:pt x="118243" y="128600"/>
                  </a:lnTo>
                  <a:close/>
                </a:path>
                <a:path extrusionOk="0" h="265430" w="315594">
                  <a:moveTo>
                    <a:pt x="110781" y="133577"/>
                  </a:moveTo>
                  <a:lnTo>
                    <a:pt x="114156" y="131353"/>
                  </a:lnTo>
                  <a:lnTo>
                    <a:pt x="118243" y="128600"/>
                  </a:lnTo>
                  <a:lnTo>
                    <a:pt x="118205" y="128437"/>
                  </a:lnTo>
                  <a:lnTo>
                    <a:pt x="107798" y="128437"/>
                  </a:lnTo>
                  <a:lnTo>
                    <a:pt x="110781" y="133577"/>
                  </a:lnTo>
                  <a:close/>
                </a:path>
                <a:path extrusionOk="0" h="265430" w="315594">
                  <a:moveTo>
                    <a:pt x="8377" y="138886"/>
                  </a:moveTo>
                  <a:lnTo>
                    <a:pt x="62523" y="138886"/>
                  </a:lnTo>
                  <a:lnTo>
                    <a:pt x="60871" y="131353"/>
                  </a:lnTo>
                  <a:lnTo>
                    <a:pt x="12032" y="131353"/>
                  </a:lnTo>
                  <a:lnTo>
                    <a:pt x="9281" y="136508"/>
                  </a:lnTo>
                  <a:lnTo>
                    <a:pt x="8377" y="138886"/>
                  </a:lnTo>
                  <a:close/>
                </a:path>
                <a:path extrusionOk="0" h="265430" w="315594">
                  <a:moveTo>
                    <a:pt x="120461" y="138248"/>
                  </a:moveTo>
                  <a:lnTo>
                    <a:pt x="130336" y="136508"/>
                  </a:lnTo>
                  <a:lnTo>
                    <a:pt x="120061" y="136508"/>
                  </a:lnTo>
                  <a:lnTo>
                    <a:pt x="120461" y="138248"/>
                  </a:lnTo>
                  <a:close/>
                </a:path>
                <a:path extrusionOk="0" h="265430" w="315594">
                  <a:moveTo>
                    <a:pt x="54414" y="142919"/>
                  </a:moveTo>
                  <a:lnTo>
                    <a:pt x="63407" y="142919"/>
                  </a:lnTo>
                  <a:lnTo>
                    <a:pt x="52984" y="138886"/>
                  </a:lnTo>
                  <a:lnTo>
                    <a:pt x="54414" y="142919"/>
                  </a:lnTo>
                  <a:close/>
                </a:path>
                <a:path extrusionOk="0" h="265430" w="315594">
                  <a:moveTo>
                    <a:pt x="56699" y="149365"/>
                  </a:moveTo>
                  <a:lnTo>
                    <a:pt x="54414" y="142919"/>
                  </a:lnTo>
                  <a:lnTo>
                    <a:pt x="6866" y="142919"/>
                  </a:lnTo>
                  <a:lnTo>
                    <a:pt x="5538" y="146461"/>
                  </a:lnTo>
                  <a:lnTo>
                    <a:pt x="45972" y="146461"/>
                  </a:lnTo>
                  <a:lnTo>
                    <a:pt x="56699" y="149365"/>
                  </a:lnTo>
                  <a:close/>
                </a:path>
                <a:path extrusionOk="0" h="265430" w="315594">
                  <a:moveTo>
                    <a:pt x="53129" y="157233"/>
                  </a:moveTo>
                  <a:lnTo>
                    <a:pt x="45972" y="146461"/>
                  </a:lnTo>
                  <a:lnTo>
                    <a:pt x="5538" y="146461"/>
                  </a:lnTo>
                  <a:lnTo>
                    <a:pt x="5087" y="147663"/>
                  </a:lnTo>
                  <a:lnTo>
                    <a:pt x="2833" y="156626"/>
                  </a:lnTo>
                  <a:lnTo>
                    <a:pt x="42126" y="156626"/>
                  </a:lnTo>
                  <a:lnTo>
                    <a:pt x="53129" y="157233"/>
                  </a:lnTo>
                  <a:close/>
                </a:path>
                <a:path extrusionOk="0" h="265430" w="315594">
                  <a:moveTo>
                    <a:pt x="1342" y="196600"/>
                  </a:moveTo>
                  <a:lnTo>
                    <a:pt x="43185" y="196600"/>
                  </a:lnTo>
                  <a:lnTo>
                    <a:pt x="52193" y="188254"/>
                  </a:lnTo>
                  <a:lnTo>
                    <a:pt x="39153" y="183786"/>
                  </a:lnTo>
                  <a:lnTo>
                    <a:pt x="50219" y="179652"/>
                  </a:lnTo>
                  <a:lnTo>
                    <a:pt x="37638" y="175573"/>
                  </a:lnTo>
                  <a:lnTo>
                    <a:pt x="49164" y="173067"/>
                  </a:lnTo>
                  <a:lnTo>
                    <a:pt x="37695" y="166519"/>
                  </a:lnTo>
                  <a:lnTo>
                    <a:pt x="50345" y="164741"/>
                  </a:lnTo>
                  <a:lnTo>
                    <a:pt x="42126" y="156626"/>
                  </a:lnTo>
                  <a:lnTo>
                    <a:pt x="2833" y="156626"/>
                  </a:lnTo>
                  <a:lnTo>
                    <a:pt x="2192" y="159176"/>
                  </a:lnTo>
                  <a:lnTo>
                    <a:pt x="437" y="170842"/>
                  </a:lnTo>
                  <a:lnTo>
                    <a:pt x="271" y="173067"/>
                  </a:lnTo>
                  <a:lnTo>
                    <a:pt x="209" y="173903"/>
                  </a:lnTo>
                  <a:lnTo>
                    <a:pt x="84" y="175573"/>
                  </a:lnTo>
                  <a:lnTo>
                    <a:pt x="0" y="188254"/>
                  </a:lnTo>
                  <a:lnTo>
                    <a:pt x="1118" y="195949"/>
                  </a:lnTo>
                  <a:lnTo>
                    <a:pt x="1237" y="196294"/>
                  </a:lnTo>
                  <a:lnTo>
                    <a:pt x="1342" y="196600"/>
                  </a:lnTo>
                  <a:close/>
                </a:path>
                <a:path extrusionOk="0" h="265430" w="315594">
                  <a:moveTo>
                    <a:pt x="5179" y="206096"/>
                  </a:moveTo>
                  <a:lnTo>
                    <a:pt x="47679" y="206096"/>
                  </a:lnTo>
                  <a:lnTo>
                    <a:pt x="56840" y="196294"/>
                  </a:lnTo>
                  <a:lnTo>
                    <a:pt x="43185" y="196600"/>
                  </a:lnTo>
                  <a:lnTo>
                    <a:pt x="1342" y="196600"/>
                  </a:lnTo>
                  <a:lnTo>
                    <a:pt x="3795" y="203754"/>
                  </a:lnTo>
                  <a:lnTo>
                    <a:pt x="5179" y="206096"/>
                  </a:lnTo>
                  <a:close/>
                </a:path>
                <a:path extrusionOk="0" h="265430" w="315594">
                  <a:moveTo>
                    <a:pt x="10460" y="215038"/>
                  </a:moveTo>
                  <a:lnTo>
                    <a:pt x="55541" y="215038"/>
                  </a:lnTo>
                  <a:lnTo>
                    <a:pt x="61510" y="202733"/>
                  </a:lnTo>
                  <a:lnTo>
                    <a:pt x="47679" y="206096"/>
                  </a:lnTo>
                  <a:lnTo>
                    <a:pt x="5179" y="206096"/>
                  </a:lnTo>
                  <a:lnTo>
                    <a:pt x="10460" y="215038"/>
                  </a:lnTo>
                  <a:close/>
                </a:path>
                <a:path extrusionOk="0" h="265430" w="315594">
                  <a:moveTo>
                    <a:pt x="127822" y="207651"/>
                  </a:moveTo>
                  <a:lnTo>
                    <a:pt x="138151" y="207651"/>
                  </a:lnTo>
                  <a:lnTo>
                    <a:pt x="125748" y="203754"/>
                  </a:lnTo>
                  <a:lnTo>
                    <a:pt x="125920" y="203754"/>
                  </a:lnTo>
                  <a:lnTo>
                    <a:pt x="127822" y="207651"/>
                  </a:lnTo>
                  <a:close/>
                </a:path>
                <a:path extrusionOk="0" h="265430" w="315594">
                  <a:moveTo>
                    <a:pt x="123300" y="213790"/>
                  </a:moveTo>
                  <a:lnTo>
                    <a:pt x="130818" y="213790"/>
                  </a:lnTo>
                  <a:lnTo>
                    <a:pt x="120692" y="207938"/>
                  </a:lnTo>
                  <a:lnTo>
                    <a:pt x="123300" y="213790"/>
                  </a:lnTo>
                  <a:close/>
                </a:path>
                <a:path extrusionOk="0" h="265430" w="315594">
                  <a:moveTo>
                    <a:pt x="14312" y="220850"/>
                  </a:moveTo>
                  <a:lnTo>
                    <a:pt x="65542" y="220850"/>
                  </a:lnTo>
                  <a:lnTo>
                    <a:pt x="68133" y="208738"/>
                  </a:lnTo>
                  <a:lnTo>
                    <a:pt x="68240" y="208235"/>
                  </a:lnTo>
                  <a:lnTo>
                    <a:pt x="55721" y="215038"/>
                  </a:lnTo>
                  <a:lnTo>
                    <a:pt x="10460" y="215038"/>
                  </a:lnTo>
                  <a:lnTo>
                    <a:pt x="12932" y="219224"/>
                  </a:lnTo>
                  <a:lnTo>
                    <a:pt x="14312" y="220850"/>
                  </a:lnTo>
                  <a:close/>
                </a:path>
                <a:path extrusionOk="0" h="265430" w="315594">
                  <a:moveTo>
                    <a:pt x="115632" y="218478"/>
                  </a:moveTo>
                  <a:lnTo>
                    <a:pt x="125390" y="218478"/>
                  </a:lnTo>
                  <a:lnTo>
                    <a:pt x="115052" y="210972"/>
                  </a:lnTo>
                  <a:lnTo>
                    <a:pt x="115632" y="218478"/>
                  </a:lnTo>
                  <a:close/>
                </a:path>
                <a:path extrusionOk="0" h="265430" w="315594">
                  <a:moveTo>
                    <a:pt x="17118" y="224157"/>
                  </a:moveTo>
                  <a:lnTo>
                    <a:pt x="74464" y="224157"/>
                  </a:lnTo>
                  <a:lnTo>
                    <a:pt x="75587" y="211974"/>
                  </a:lnTo>
                  <a:lnTo>
                    <a:pt x="65542" y="220850"/>
                  </a:lnTo>
                  <a:lnTo>
                    <a:pt x="14312" y="220850"/>
                  </a:lnTo>
                  <a:lnTo>
                    <a:pt x="17118" y="224157"/>
                  </a:lnTo>
                  <a:close/>
                </a:path>
                <a:path extrusionOk="0" h="265430" w="315594">
                  <a:moveTo>
                    <a:pt x="106126" y="222034"/>
                  </a:moveTo>
                  <a:lnTo>
                    <a:pt x="115907" y="222034"/>
                  </a:lnTo>
                  <a:lnTo>
                    <a:pt x="106914" y="214255"/>
                  </a:lnTo>
                  <a:lnTo>
                    <a:pt x="106246" y="220850"/>
                  </a:lnTo>
                  <a:lnTo>
                    <a:pt x="106126" y="222034"/>
                  </a:lnTo>
                  <a:close/>
                </a:path>
                <a:path extrusionOk="0" h="265430" w="315594">
                  <a:moveTo>
                    <a:pt x="19289" y="226716"/>
                  </a:moveTo>
                  <a:lnTo>
                    <a:pt x="83505" y="226716"/>
                  </a:lnTo>
                  <a:lnTo>
                    <a:pt x="83471" y="225636"/>
                  </a:lnTo>
                  <a:lnTo>
                    <a:pt x="83357" y="222034"/>
                  </a:lnTo>
                  <a:lnTo>
                    <a:pt x="83245" y="218478"/>
                  </a:lnTo>
                  <a:lnTo>
                    <a:pt x="83136" y="215038"/>
                  </a:lnTo>
                  <a:lnTo>
                    <a:pt x="74464" y="224157"/>
                  </a:lnTo>
                  <a:lnTo>
                    <a:pt x="17118" y="224157"/>
                  </a:lnTo>
                  <a:lnTo>
                    <a:pt x="19289" y="226716"/>
                  </a:lnTo>
                  <a:close/>
                </a:path>
                <a:path extrusionOk="0" h="265430" w="315594">
                  <a:moveTo>
                    <a:pt x="93735" y="225636"/>
                  </a:moveTo>
                  <a:lnTo>
                    <a:pt x="105761" y="225636"/>
                  </a:lnTo>
                  <a:lnTo>
                    <a:pt x="98729" y="216304"/>
                  </a:lnTo>
                  <a:lnTo>
                    <a:pt x="93735" y="225636"/>
                  </a:lnTo>
                  <a:close/>
                </a:path>
                <a:path extrusionOk="0" h="265430" w="315594">
                  <a:moveTo>
                    <a:pt x="19493" y="226956"/>
                  </a:moveTo>
                  <a:lnTo>
                    <a:pt x="93029" y="226956"/>
                  </a:lnTo>
                  <a:lnTo>
                    <a:pt x="90938" y="216483"/>
                  </a:lnTo>
                  <a:lnTo>
                    <a:pt x="83505" y="226716"/>
                  </a:lnTo>
                  <a:lnTo>
                    <a:pt x="19289" y="226716"/>
                  </a:lnTo>
                  <a:lnTo>
                    <a:pt x="19493" y="226956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7" name="Google Shape;357;p3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039367" y="2386583"/>
              <a:ext cx="310895" cy="170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406417" y="1809246"/>
              <a:ext cx="862083" cy="9202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7"/>
            <p:cNvSpPr/>
            <p:nvPr/>
          </p:nvSpPr>
          <p:spPr>
            <a:xfrm>
              <a:off x="761649" y="2729827"/>
              <a:ext cx="2176780" cy="574675"/>
            </a:xfrm>
            <a:custGeom>
              <a:rect b="b" l="l" r="r" t="t"/>
              <a:pathLst>
                <a:path extrusionOk="0" h="574675" w="2176780">
                  <a:moveTo>
                    <a:pt x="2174605" y="574470"/>
                  </a:moveTo>
                  <a:lnTo>
                    <a:pt x="2065284" y="554881"/>
                  </a:lnTo>
                  <a:lnTo>
                    <a:pt x="1797564" y="511377"/>
                  </a:lnTo>
                  <a:lnTo>
                    <a:pt x="1461813" y="466850"/>
                  </a:lnTo>
                  <a:lnTo>
                    <a:pt x="1148401" y="444196"/>
                  </a:lnTo>
                  <a:lnTo>
                    <a:pt x="816804" y="459157"/>
                  </a:lnTo>
                  <a:lnTo>
                    <a:pt x="441049" y="497385"/>
                  </a:lnTo>
                  <a:lnTo>
                    <a:pt x="133325" y="536635"/>
                  </a:lnTo>
                  <a:lnTo>
                    <a:pt x="5819" y="554661"/>
                  </a:lnTo>
                  <a:lnTo>
                    <a:pt x="0" y="0"/>
                  </a:lnTo>
                  <a:lnTo>
                    <a:pt x="2176545" y="7428"/>
                  </a:lnTo>
                  <a:lnTo>
                    <a:pt x="2174605" y="5744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761649" y="2729827"/>
              <a:ext cx="2176780" cy="574675"/>
            </a:xfrm>
            <a:custGeom>
              <a:rect b="b" l="l" r="r" t="t"/>
              <a:pathLst>
                <a:path extrusionOk="0" h="574675" w="2176780">
                  <a:moveTo>
                    <a:pt x="0" y="0"/>
                  </a:moveTo>
                  <a:lnTo>
                    <a:pt x="5819" y="554661"/>
                  </a:lnTo>
                  <a:lnTo>
                    <a:pt x="133325" y="536635"/>
                  </a:lnTo>
                  <a:lnTo>
                    <a:pt x="441049" y="497385"/>
                  </a:lnTo>
                  <a:lnTo>
                    <a:pt x="816804" y="459157"/>
                  </a:lnTo>
                  <a:lnTo>
                    <a:pt x="1148401" y="444196"/>
                  </a:lnTo>
                  <a:lnTo>
                    <a:pt x="1461813" y="466850"/>
                  </a:lnTo>
                  <a:lnTo>
                    <a:pt x="1797564" y="511377"/>
                  </a:lnTo>
                  <a:lnTo>
                    <a:pt x="2065284" y="554881"/>
                  </a:lnTo>
                  <a:lnTo>
                    <a:pt x="2174605" y="574470"/>
                  </a:lnTo>
                  <a:lnTo>
                    <a:pt x="2176545" y="7428"/>
                  </a:lnTo>
                  <a:lnTo>
                    <a:pt x="0" y="0"/>
                  </a:lnTo>
                </a:path>
              </a:pathLst>
            </a:custGeom>
            <a:noFill/>
            <a:ln cap="flat" cmpd="sng" w="174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1" name="Google Shape;361;p3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1143" y="2715767"/>
              <a:ext cx="2175822" cy="5273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2" name="Google Shape;362;p37"/>
          <p:cNvSpPr txBox="1"/>
          <p:nvPr/>
        </p:nvSpPr>
        <p:spPr>
          <a:xfrm>
            <a:off x="781949" y="3765400"/>
            <a:ext cx="32361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550545" lvl="0" marL="56261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MONOCROMÁTICA NEGATIVA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3" name="Google Shape;363;p37"/>
          <p:cNvGrpSpPr/>
          <p:nvPr/>
        </p:nvGrpSpPr>
        <p:grpSpPr>
          <a:xfrm>
            <a:off x="5612349" y="1484979"/>
            <a:ext cx="2644416" cy="2033411"/>
            <a:chOff x="4637983" y="1538145"/>
            <a:chExt cx="2185316" cy="2106212"/>
          </a:xfrm>
        </p:grpSpPr>
        <p:sp>
          <p:nvSpPr>
            <p:cNvPr id="364" name="Google Shape;364;p37"/>
            <p:cNvSpPr/>
            <p:nvPr/>
          </p:nvSpPr>
          <p:spPr>
            <a:xfrm>
              <a:off x="4775701" y="1662915"/>
              <a:ext cx="1889125" cy="1958975"/>
            </a:xfrm>
            <a:custGeom>
              <a:rect b="b" l="l" r="r" t="t"/>
              <a:pathLst>
                <a:path extrusionOk="0" h="1958975" w="1889125">
                  <a:moveTo>
                    <a:pt x="955570" y="1958970"/>
                  </a:moveTo>
                  <a:lnTo>
                    <a:pt x="876018" y="1925320"/>
                  </a:lnTo>
                  <a:lnTo>
                    <a:pt x="689766" y="1841662"/>
                  </a:lnTo>
                  <a:lnTo>
                    <a:pt x="475417" y="1733935"/>
                  </a:lnTo>
                  <a:lnTo>
                    <a:pt x="311573" y="1628078"/>
                  </a:lnTo>
                  <a:lnTo>
                    <a:pt x="272831" y="1592437"/>
                  </a:lnTo>
                  <a:lnTo>
                    <a:pt x="238116" y="1555582"/>
                  </a:lnTo>
                  <a:lnTo>
                    <a:pt x="207087" y="1517583"/>
                  </a:lnTo>
                  <a:lnTo>
                    <a:pt x="179406" y="1478512"/>
                  </a:lnTo>
                  <a:lnTo>
                    <a:pt x="154732" y="1438443"/>
                  </a:lnTo>
                  <a:lnTo>
                    <a:pt x="132727" y="1397446"/>
                  </a:lnTo>
                  <a:lnTo>
                    <a:pt x="113049" y="1355593"/>
                  </a:lnTo>
                  <a:lnTo>
                    <a:pt x="95361" y="1312957"/>
                  </a:lnTo>
                  <a:lnTo>
                    <a:pt x="79321" y="1269609"/>
                  </a:lnTo>
                  <a:lnTo>
                    <a:pt x="64591" y="1225621"/>
                  </a:lnTo>
                  <a:lnTo>
                    <a:pt x="50830" y="1181065"/>
                  </a:lnTo>
                  <a:lnTo>
                    <a:pt x="8298" y="917421"/>
                  </a:lnTo>
                  <a:lnTo>
                    <a:pt x="0" y="622817"/>
                  </a:lnTo>
                  <a:lnTo>
                    <a:pt x="8099" y="383099"/>
                  </a:lnTo>
                  <a:lnTo>
                    <a:pt x="14762" y="284116"/>
                  </a:lnTo>
                  <a:lnTo>
                    <a:pt x="957102" y="0"/>
                  </a:lnTo>
                  <a:lnTo>
                    <a:pt x="1873507" y="294463"/>
                  </a:lnTo>
                  <a:lnTo>
                    <a:pt x="1880139" y="385494"/>
                  </a:lnTo>
                  <a:lnTo>
                    <a:pt x="1889075" y="606909"/>
                  </a:lnTo>
                  <a:lnTo>
                    <a:pt x="1883871" y="881196"/>
                  </a:lnTo>
                  <a:lnTo>
                    <a:pt x="1848086" y="1130839"/>
                  </a:lnTo>
                  <a:lnTo>
                    <a:pt x="1835849" y="1175984"/>
                  </a:lnTo>
                  <a:lnTo>
                    <a:pt x="1822978" y="1221092"/>
                  </a:lnTo>
                  <a:lnTo>
                    <a:pt x="1809023" y="1266060"/>
                  </a:lnTo>
                  <a:lnTo>
                    <a:pt x="1793537" y="1310783"/>
                  </a:lnTo>
                  <a:lnTo>
                    <a:pt x="1776071" y="1355158"/>
                  </a:lnTo>
                  <a:lnTo>
                    <a:pt x="1756177" y="1399079"/>
                  </a:lnTo>
                  <a:lnTo>
                    <a:pt x="1733406" y="1442443"/>
                  </a:lnTo>
                  <a:lnTo>
                    <a:pt x="1707311" y="1485145"/>
                  </a:lnTo>
                  <a:lnTo>
                    <a:pt x="1677442" y="1527082"/>
                  </a:lnTo>
                  <a:lnTo>
                    <a:pt x="1643352" y="1568149"/>
                  </a:lnTo>
                  <a:lnTo>
                    <a:pt x="1604592" y="1608242"/>
                  </a:lnTo>
                  <a:lnTo>
                    <a:pt x="1439382" y="1724255"/>
                  </a:lnTo>
                  <a:lnTo>
                    <a:pt x="1223370" y="1838017"/>
                  </a:lnTo>
                  <a:lnTo>
                    <a:pt x="1035713" y="1924573"/>
                  </a:lnTo>
                  <a:lnTo>
                    <a:pt x="955570" y="19589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4775701" y="1662915"/>
              <a:ext cx="1889125" cy="1958975"/>
            </a:xfrm>
            <a:custGeom>
              <a:rect b="b" l="l" r="r" t="t"/>
              <a:pathLst>
                <a:path extrusionOk="0" h="1958975" w="1889125">
                  <a:moveTo>
                    <a:pt x="14762" y="284116"/>
                  </a:moveTo>
                  <a:lnTo>
                    <a:pt x="8099" y="383099"/>
                  </a:lnTo>
                  <a:lnTo>
                    <a:pt x="0" y="622817"/>
                  </a:lnTo>
                  <a:lnTo>
                    <a:pt x="8298" y="917421"/>
                  </a:lnTo>
                  <a:lnTo>
                    <a:pt x="50830" y="1181065"/>
                  </a:lnTo>
                  <a:lnTo>
                    <a:pt x="64591" y="1225621"/>
                  </a:lnTo>
                  <a:lnTo>
                    <a:pt x="79321" y="1269609"/>
                  </a:lnTo>
                  <a:lnTo>
                    <a:pt x="95361" y="1312957"/>
                  </a:lnTo>
                  <a:lnTo>
                    <a:pt x="113049" y="1355593"/>
                  </a:lnTo>
                  <a:lnTo>
                    <a:pt x="132727" y="1397446"/>
                  </a:lnTo>
                  <a:lnTo>
                    <a:pt x="154732" y="1438443"/>
                  </a:lnTo>
                  <a:lnTo>
                    <a:pt x="179406" y="1478512"/>
                  </a:lnTo>
                  <a:lnTo>
                    <a:pt x="207087" y="1517583"/>
                  </a:lnTo>
                  <a:lnTo>
                    <a:pt x="238116" y="1555582"/>
                  </a:lnTo>
                  <a:lnTo>
                    <a:pt x="272831" y="1592437"/>
                  </a:lnTo>
                  <a:lnTo>
                    <a:pt x="311573" y="1628078"/>
                  </a:lnTo>
                  <a:lnTo>
                    <a:pt x="475417" y="1733935"/>
                  </a:lnTo>
                  <a:lnTo>
                    <a:pt x="689766" y="1841662"/>
                  </a:lnTo>
                  <a:lnTo>
                    <a:pt x="876018" y="1925320"/>
                  </a:lnTo>
                  <a:lnTo>
                    <a:pt x="955570" y="1958970"/>
                  </a:lnTo>
                  <a:lnTo>
                    <a:pt x="1035713" y="1924573"/>
                  </a:lnTo>
                  <a:lnTo>
                    <a:pt x="1223370" y="1838017"/>
                  </a:lnTo>
                  <a:lnTo>
                    <a:pt x="1439382" y="1724255"/>
                  </a:lnTo>
                  <a:lnTo>
                    <a:pt x="1604592" y="1608242"/>
                  </a:lnTo>
                  <a:lnTo>
                    <a:pt x="1643352" y="1568149"/>
                  </a:lnTo>
                  <a:lnTo>
                    <a:pt x="1677442" y="1527082"/>
                  </a:lnTo>
                  <a:lnTo>
                    <a:pt x="1707311" y="1485145"/>
                  </a:lnTo>
                  <a:lnTo>
                    <a:pt x="1733406" y="1442443"/>
                  </a:lnTo>
                  <a:lnTo>
                    <a:pt x="1756177" y="1399079"/>
                  </a:lnTo>
                  <a:lnTo>
                    <a:pt x="1776071" y="1355158"/>
                  </a:lnTo>
                  <a:lnTo>
                    <a:pt x="1793537" y="1310783"/>
                  </a:lnTo>
                  <a:lnTo>
                    <a:pt x="1809023" y="1266060"/>
                  </a:lnTo>
                  <a:lnTo>
                    <a:pt x="1822978" y="1221092"/>
                  </a:lnTo>
                  <a:lnTo>
                    <a:pt x="1835849" y="1175984"/>
                  </a:lnTo>
                  <a:lnTo>
                    <a:pt x="1848086" y="1130839"/>
                  </a:lnTo>
                  <a:lnTo>
                    <a:pt x="1883871" y="881196"/>
                  </a:lnTo>
                  <a:lnTo>
                    <a:pt x="1889075" y="606909"/>
                  </a:lnTo>
                  <a:lnTo>
                    <a:pt x="1880139" y="385494"/>
                  </a:lnTo>
                  <a:lnTo>
                    <a:pt x="1873507" y="294463"/>
                  </a:lnTo>
                  <a:lnTo>
                    <a:pt x="957102" y="0"/>
                  </a:lnTo>
                  <a:lnTo>
                    <a:pt x="14762" y="284116"/>
                  </a:lnTo>
                </a:path>
              </a:pathLst>
            </a:custGeom>
            <a:noFill/>
            <a:ln cap="flat" cmpd="sng" w="24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4865287" y="1798412"/>
              <a:ext cx="1710055" cy="1845945"/>
            </a:xfrm>
            <a:custGeom>
              <a:rect b="b" l="l" r="r" t="t"/>
              <a:pathLst>
                <a:path extrusionOk="0" h="1845945" w="1710054">
                  <a:moveTo>
                    <a:pt x="864959" y="1845740"/>
                  </a:moveTo>
                  <a:lnTo>
                    <a:pt x="792951" y="1814035"/>
                  </a:lnTo>
                  <a:lnTo>
                    <a:pt x="624360" y="1735212"/>
                  </a:lnTo>
                  <a:lnTo>
                    <a:pt x="430336" y="1633712"/>
                  </a:lnTo>
                  <a:lnTo>
                    <a:pt x="282029" y="1533974"/>
                  </a:lnTo>
                  <a:lnTo>
                    <a:pt x="243659" y="1496971"/>
                  </a:lnTo>
                  <a:lnTo>
                    <a:pt x="209662" y="1458591"/>
                  </a:lnTo>
                  <a:lnTo>
                    <a:pt x="179629" y="1418924"/>
                  </a:lnTo>
                  <a:lnTo>
                    <a:pt x="153151" y="1378061"/>
                  </a:lnTo>
                  <a:lnTo>
                    <a:pt x="129818" y="1336091"/>
                  </a:lnTo>
                  <a:lnTo>
                    <a:pt x="109221" y="1293105"/>
                  </a:lnTo>
                  <a:lnTo>
                    <a:pt x="90951" y="1249192"/>
                  </a:lnTo>
                  <a:lnTo>
                    <a:pt x="74599" y="1204443"/>
                  </a:lnTo>
                  <a:lnTo>
                    <a:pt x="59755" y="1158949"/>
                  </a:lnTo>
                  <a:lnTo>
                    <a:pt x="46010" y="1112798"/>
                  </a:lnTo>
                  <a:lnTo>
                    <a:pt x="7511" y="864394"/>
                  </a:lnTo>
                  <a:lnTo>
                    <a:pt x="0" y="586818"/>
                  </a:lnTo>
                  <a:lnTo>
                    <a:pt x="7331" y="360956"/>
                  </a:lnTo>
                  <a:lnTo>
                    <a:pt x="13362" y="267694"/>
                  </a:lnTo>
                  <a:lnTo>
                    <a:pt x="866346" y="0"/>
                  </a:lnTo>
                  <a:lnTo>
                    <a:pt x="1695853" y="277443"/>
                  </a:lnTo>
                  <a:lnTo>
                    <a:pt x="1701856" y="363212"/>
                  </a:lnTo>
                  <a:lnTo>
                    <a:pt x="1709944" y="571830"/>
                  </a:lnTo>
                  <a:lnTo>
                    <a:pt x="1705234" y="830262"/>
                  </a:lnTo>
                  <a:lnTo>
                    <a:pt x="1672842" y="1065476"/>
                  </a:lnTo>
                  <a:lnTo>
                    <a:pt x="1660633" y="1112264"/>
                  </a:lnTo>
                  <a:lnTo>
                    <a:pt x="1647680" y="1159000"/>
                  </a:lnTo>
                  <a:lnTo>
                    <a:pt x="1633443" y="1205551"/>
                  </a:lnTo>
                  <a:lnTo>
                    <a:pt x="1617380" y="1251788"/>
                  </a:lnTo>
                  <a:lnTo>
                    <a:pt x="1598953" y="1297579"/>
                  </a:lnTo>
                  <a:lnTo>
                    <a:pt x="1577620" y="1342795"/>
                  </a:lnTo>
                  <a:lnTo>
                    <a:pt x="1552842" y="1387304"/>
                  </a:lnTo>
                  <a:lnTo>
                    <a:pt x="1524079" y="1430975"/>
                  </a:lnTo>
                  <a:lnTo>
                    <a:pt x="1490791" y="1473679"/>
                  </a:lnTo>
                  <a:lnTo>
                    <a:pt x="1452437" y="1515285"/>
                  </a:lnTo>
                  <a:lnTo>
                    <a:pt x="1302894" y="1624592"/>
                  </a:lnTo>
                  <a:lnTo>
                    <a:pt x="1107365" y="1731778"/>
                  </a:lnTo>
                  <a:lnTo>
                    <a:pt x="937502" y="1813331"/>
                  </a:lnTo>
                  <a:lnTo>
                    <a:pt x="864959" y="18457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4865287" y="1798412"/>
              <a:ext cx="1710055" cy="1845945"/>
            </a:xfrm>
            <a:custGeom>
              <a:rect b="b" l="l" r="r" t="t"/>
              <a:pathLst>
                <a:path extrusionOk="0" h="1845945" w="1710054">
                  <a:moveTo>
                    <a:pt x="13362" y="267694"/>
                  </a:moveTo>
                  <a:lnTo>
                    <a:pt x="7331" y="360956"/>
                  </a:lnTo>
                  <a:lnTo>
                    <a:pt x="0" y="586818"/>
                  </a:lnTo>
                  <a:lnTo>
                    <a:pt x="7511" y="864394"/>
                  </a:lnTo>
                  <a:lnTo>
                    <a:pt x="46010" y="1112798"/>
                  </a:lnTo>
                  <a:lnTo>
                    <a:pt x="59755" y="1158949"/>
                  </a:lnTo>
                  <a:lnTo>
                    <a:pt x="74599" y="1204443"/>
                  </a:lnTo>
                  <a:lnTo>
                    <a:pt x="90951" y="1249192"/>
                  </a:lnTo>
                  <a:lnTo>
                    <a:pt x="109221" y="1293105"/>
                  </a:lnTo>
                  <a:lnTo>
                    <a:pt x="129818" y="1336091"/>
                  </a:lnTo>
                  <a:lnTo>
                    <a:pt x="153151" y="1378061"/>
                  </a:lnTo>
                  <a:lnTo>
                    <a:pt x="179629" y="1418924"/>
                  </a:lnTo>
                  <a:lnTo>
                    <a:pt x="209662" y="1458591"/>
                  </a:lnTo>
                  <a:lnTo>
                    <a:pt x="243659" y="1496971"/>
                  </a:lnTo>
                  <a:lnTo>
                    <a:pt x="282029" y="1533974"/>
                  </a:lnTo>
                  <a:lnTo>
                    <a:pt x="430336" y="1633712"/>
                  </a:lnTo>
                  <a:lnTo>
                    <a:pt x="624360" y="1735212"/>
                  </a:lnTo>
                  <a:lnTo>
                    <a:pt x="792951" y="1814035"/>
                  </a:lnTo>
                  <a:lnTo>
                    <a:pt x="864959" y="1845740"/>
                  </a:lnTo>
                  <a:lnTo>
                    <a:pt x="937502" y="1813331"/>
                  </a:lnTo>
                  <a:lnTo>
                    <a:pt x="1107365" y="1731778"/>
                  </a:lnTo>
                  <a:lnTo>
                    <a:pt x="1302894" y="1624592"/>
                  </a:lnTo>
                  <a:lnTo>
                    <a:pt x="1452437" y="1515285"/>
                  </a:lnTo>
                  <a:lnTo>
                    <a:pt x="1490791" y="1473679"/>
                  </a:lnTo>
                  <a:lnTo>
                    <a:pt x="1524079" y="1430975"/>
                  </a:lnTo>
                  <a:lnTo>
                    <a:pt x="1552842" y="1387304"/>
                  </a:lnTo>
                  <a:lnTo>
                    <a:pt x="1577620" y="1342795"/>
                  </a:lnTo>
                  <a:lnTo>
                    <a:pt x="1598953" y="1297579"/>
                  </a:lnTo>
                  <a:lnTo>
                    <a:pt x="1617380" y="1251788"/>
                  </a:lnTo>
                  <a:lnTo>
                    <a:pt x="1633443" y="1205551"/>
                  </a:lnTo>
                  <a:lnTo>
                    <a:pt x="1647680" y="1159000"/>
                  </a:lnTo>
                  <a:lnTo>
                    <a:pt x="1660633" y="1112264"/>
                  </a:lnTo>
                  <a:lnTo>
                    <a:pt x="1672842" y="1065476"/>
                  </a:lnTo>
                  <a:lnTo>
                    <a:pt x="1705234" y="830262"/>
                  </a:lnTo>
                  <a:lnTo>
                    <a:pt x="1709944" y="571830"/>
                  </a:lnTo>
                  <a:lnTo>
                    <a:pt x="1701856" y="363212"/>
                  </a:lnTo>
                  <a:lnTo>
                    <a:pt x="1695853" y="277443"/>
                  </a:lnTo>
                  <a:lnTo>
                    <a:pt x="866346" y="0"/>
                  </a:lnTo>
                  <a:lnTo>
                    <a:pt x="13362" y="267694"/>
                  </a:lnTo>
                </a:path>
              </a:pathLst>
            </a:custGeom>
            <a:noFill/>
            <a:ln cap="flat" cmpd="sng" w="23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8" name="Google Shape;368;p3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303519" y="3206495"/>
              <a:ext cx="841247" cy="252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3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883982" y="1538145"/>
              <a:ext cx="1591862" cy="1196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184647" y="1914143"/>
              <a:ext cx="18287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3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166359" y="1898903"/>
              <a:ext cx="210311" cy="131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7"/>
            <p:cNvSpPr/>
            <p:nvPr/>
          </p:nvSpPr>
          <p:spPr>
            <a:xfrm>
              <a:off x="5190682" y="1950412"/>
              <a:ext cx="144145" cy="94615"/>
            </a:xfrm>
            <a:custGeom>
              <a:rect b="b" l="l" r="r" t="t"/>
              <a:pathLst>
                <a:path extrusionOk="0" h="94614" w="144145">
                  <a:moveTo>
                    <a:pt x="134863" y="94598"/>
                  </a:moveTo>
                  <a:lnTo>
                    <a:pt x="0" y="6306"/>
                  </a:lnTo>
                  <a:lnTo>
                    <a:pt x="3880" y="0"/>
                  </a:lnTo>
                  <a:lnTo>
                    <a:pt x="144081" y="92658"/>
                  </a:lnTo>
                  <a:lnTo>
                    <a:pt x="134863" y="945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3" name="Google Shape;373;p3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895087" y="1822703"/>
              <a:ext cx="423671" cy="228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64065" y="1824281"/>
              <a:ext cx="85381" cy="116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7"/>
            <p:cNvSpPr/>
            <p:nvPr/>
          </p:nvSpPr>
          <p:spPr>
            <a:xfrm>
              <a:off x="6141616" y="2413861"/>
              <a:ext cx="315595" cy="265430"/>
            </a:xfrm>
            <a:custGeom>
              <a:rect b="b" l="l" r="r" t="t"/>
              <a:pathLst>
                <a:path extrusionOk="0" h="265430" w="315595">
                  <a:moveTo>
                    <a:pt x="211484" y="265314"/>
                  </a:moveTo>
                  <a:lnTo>
                    <a:pt x="167527" y="247554"/>
                  </a:lnTo>
                  <a:lnTo>
                    <a:pt x="137546" y="208738"/>
                  </a:lnTo>
                  <a:lnTo>
                    <a:pt x="128661" y="173903"/>
                  </a:lnTo>
                  <a:lnTo>
                    <a:pt x="120795" y="158398"/>
                  </a:lnTo>
                  <a:lnTo>
                    <a:pt x="98422" y="137298"/>
                  </a:lnTo>
                  <a:lnTo>
                    <a:pt x="97506" y="136508"/>
                  </a:lnTo>
                  <a:lnTo>
                    <a:pt x="70206" y="119640"/>
                  </a:lnTo>
                  <a:lnTo>
                    <a:pt x="41718" y="103505"/>
                  </a:lnTo>
                  <a:lnTo>
                    <a:pt x="15781" y="84381"/>
                  </a:lnTo>
                  <a:lnTo>
                    <a:pt x="9956" y="78949"/>
                  </a:lnTo>
                  <a:lnTo>
                    <a:pt x="686" y="65859"/>
                  </a:lnTo>
                  <a:lnTo>
                    <a:pt x="0" y="0"/>
                  </a:lnTo>
                  <a:lnTo>
                    <a:pt x="686" y="0"/>
                  </a:lnTo>
                  <a:lnTo>
                    <a:pt x="87817" y="61743"/>
                  </a:lnTo>
                  <a:lnTo>
                    <a:pt x="135841" y="131039"/>
                  </a:lnTo>
                  <a:lnTo>
                    <a:pt x="196459" y="131039"/>
                  </a:lnTo>
                  <a:lnTo>
                    <a:pt x="195202" y="136508"/>
                  </a:lnTo>
                  <a:lnTo>
                    <a:pt x="184927" y="136508"/>
                  </a:lnTo>
                  <a:lnTo>
                    <a:pt x="186325" y="145254"/>
                  </a:lnTo>
                  <a:lnTo>
                    <a:pt x="175508" y="145254"/>
                  </a:lnTo>
                  <a:lnTo>
                    <a:pt x="182638" y="153236"/>
                  </a:lnTo>
                  <a:lnTo>
                    <a:pt x="183735" y="153236"/>
                  </a:lnTo>
                  <a:lnTo>
                    <a:pt x="170032" y="154320"/>
                  </a:lnTo>
                  <a:lnTo>
                    <a:pt x="177761" y="161106"/>
                  </a:lnTo>
                  <a:lnTo>
                    <a:pt x="164752" y="161439"/>
                  </a:lnTo>
                  <a:lnTo>
                    <a:pt x="176804" y="167318"/>
                  </a:lnTo>
                  <a:lnTo>
                    <a:pt x="165028" y="169048"/>
                  </a:lnTo>
                  <a:lnTo>
                    <a:pt x="175737" y="173903"/>
                  </a:lnTo>
                  <a:lnTo>
                    <a:pt x="176531" y="173903"/>
                  </a:lnTo>
                  <a:lnTo>
                    <a:pt x="165353" y="177804"/>
                  </a:lnTo>
                  <a:lnTo>
                    <a:pt x="176278" y="179652"/>
                  </a:lnTo>
                  <a:lnTo>
                    <a:pt x="176564" y="179652"/>
                  </a:lnTo>
                  <a:lnTo>
                    <a:pt x="166921" y="183302"/>
                  </a:lnTo>
                  <a:lnTo>
                    <a:pt x="178434" y="185154"/>
                  </a:lnTo>
                  <a:lnTo>
                    <a:pt x="169897" y="190858"/>
                  </a:lnTo>
                  <a:lnTo>
                    <a:pt x="181623" y="191838"/>
                  </a:lnTo>
                  <a:lnTo>
                    <a:pt x="173198" y="199025"/>
                  </a:lnTo>
                  <a:lnTo>
                    <a:pt x="185439" y="199441"/>
                  </a:lnTo>
                  <a:lnTo>
                    <a:pt x="177112" y="207651"/>
                  </a:lnTo>
                  <a:lnTo>
                    <a:pt x="187441" y="207651"/>
                  </a:lnTo>
                  <a:lnTo>
                    <a:pt x="184445" y="213790"/>
                  </a:lnTo>
                  <a:lnTo>
                    <a:pt x="191963" y="213790"/>
                  </a:lnTo>
                  <a:lnTo>
                    <a:pt x="189873" y="218478"/>
                  </a:lnTo>
                  <a:lnTo>
                    <a:pt x="199631" y="218478"/>
                  </a:lnTo>
                  <a:lnTo>
                    <a:pt x="199573" y="219224"/>
                  </a:lnTo>
                  <a:lnTo>
                    <a:pt x="199447" y="220850"/>
                  </a:lnTo>
                  <a:lnTo>
                    <a:pt x="199356" y="222033"/>
                  </a:lnTo>
                  <a:lnTo>
                    <a:pt x="209137" y="222033"/>
                  </a:lnTo>
                  <a:lnTo>
                    <a:pt x="209502" y="225636"/>
                  </a:lnTo>
                  <a:lnTo>
                    <a:pt x="221528" y="225636"/>
                  </a:lnTo>
                  <a:lnTo>
                    <a:pt x="222234" y="226956"/>
                  </a:lnTo>
                  <a:lnTo>
                    <a:pt x="295770" y="226956"/>
                  </a:lnTo>
                  <a:lnTo>
                    <a:pt x="261251" y="254266"/>
                  </a:lnTo>
                  <a:lnTo>
                    <a:pt x="228610" y="264429"/>
                  </a:lnTo>
                  <a:lnTo>
                    <a:pt x="211484" y="265314"/>
                  </a:lnTo>
                  <a:close/>
                </a:path>
                <a:path extrusionOk="0" h="265430" w="315595">
                  <a:moveTo>
                    <a:pt x="196459" y="131039"/>
                  </a:moveTo>
                  <a:lnTo>
                    <a:pt x="135841" y="131039"/>
                  </a:lnTo>
                  <a:lnTo>
                    <a:pt x="137175" y="128600"/>
                  </a:lnTo>
                  <a:lnTo>
                    <a:pt x="167773" y="98260"/>
                  </a:lnTo>
                  <a:lnTo>
                    <a:pt x="205407" y="83340"/>
                  </a:lnTo>
                  <a:lnTo>
                    <a:pt x="225024" y="80266"/>
                  </a:lnTo>
                  <a:lnTo>
                    <a:pt x="236392" y="81855"/>
                  </a:lnTo>
                  <a:lnTo>
                    <a:pt x="277473" y="102093"/>
                  </a:lnTo>
                  <a:lnTo>
                    <a:pt x="297155" y="121704"/>
                  </a:lnTo>
                  <a:lnTo>
                    <a:pt x="222126" y="121704"/>
                  </a:lnTo>
                  <a:lnTo>
                    <a:pt x="221479" y="122887"/>
                  </a:lnTo>
                  <a:lnTo>
                    <a:pt x="210318" y="122887"/>
                  </a:lnTo>
                  <a:lnTo>
                    <a:pt x="210537" y="123144"/>
                  </a:lnTo>
                  <a:lnTo>
                    <a:pt x="207465" y="128437"/>
                  </a:lnTo>
                  <a:lnTo>
                    <a:pt x="196777" y="128437"/>
                  </a:lnTo>
                  <a:lnTo>
                    <a:pt x="197020" y="128600"/>
                  </a:lnTo>
                  <a:lnTo>
                    <a:pt x="196501" y="130856"/>
                  </a:lnTo>
                  <a:lnTo>
                    <a:pt x="196459" y="131039"/>
                  </a:lnTo>
                  <a:close/>
                </a:path>
                <a:path extrusionOk="0" h="265430" w="315595">
                  <a:moveTo>
                    <a:pt x="227484" y="131353"/>
                  </a:moveTo>
                  <a:lnTo>
                    <a:pt x="227269" y="131039"/>
                  </a:lnTo>
                  <a:lnTo>
                    <a:pt x="222126" y="121704"/>
                  </a:lnTo>
                  <a:lnTo>
                    <a:pt x="297155" y="121704"/>
                  </a:lnTo>
                  <a:lnTo>
                    <a:pt x="297349" y="121967"/>
                  </a:lnTo>
                  <a:lnTo>
                    <a:pt x="233925" y="121967"/>
                  </a:lnTo>
                  <a:lnTo>
                    <a:pt x="227484" y="131353"/>
                  </a:lnTo>
                  <a:close/>
                </a:path>
                <a:path extrusionOk="0" h="265430" w="315595">
                  <a:moveTo>
                    <a:pt x="236543" y="133577"/>
                  </a:moveTo>
                  <a:lnTo>
                    <a:pt x="233994" y="122270"/>
                  </a:lnTo>
                  <a:lnTo>
                    <a:pt x="233925" y="121967"/>
                  </a:lnTo>
                  <a:lnTo>
                    <a:pt x="297349" y="121967"/>
                  </a:lnTo>
                  <a:lnTo>
                    <a:pt x="299754" y="125222"/>
                  </a:lnTo>
                  <a:lnTo>
                    <a:pt x="244534" y="125222"/>
                  </a:lnTo>
                  <a:lnTo>
                    <a:pt x="236543" y="133577"/>
                  </a:lnTo>
                  <a:close/>
                </a:path>
                <a:path extrusionOk="0" h="265430" w="315595">
                  <a:moveTo>
                    <a:pt x="210537" y="123144"/>
                  </a:moveTo>
                  <a:lnTo>
                    <a:pt x="210318" y="122887"/>
                  </a:lnTo>
                  <a:lnTo>
                    <a:pt x="210686" y="122887"/>
                  </a:lnTo>
                  <a:lnTo>
                    <a:pt x="210537" y="123144"/>
                  </a:lnTo>
                  <a:close/>
                </a:path>
                <a:path extrusionOk="0" h="265430" w="315595">
                  <a:moveTo>
                    <a:pt x="217117" y="130856"/>
                  </a:moveTo>
                  <a:lnTo>
                    <a:pt x="210537" y="123144"/>
                  </a:lnTo>
                  <a:lnTo>
                    <a:pt x="210686" y="122887"/>
                  </a:lnTo>
                  <a:lnTo>
                    <a:pt x="221479" y="122887"/>
                  </a:lnTo>
                  <a:lnTo>
                    <a:pt x="217117" y="130856"/>
                  </a:lnTo>
                  <a:close/>
                </a:path>
                <a:path extrusionOk="0" h="265430" w="315595">
                  <a:moveTo>
                    <a:pt x="245024" y="137298"/>
                  </a:moveTo>
                  <a:lnTo>
                    <a:pt x="244992" y="136508"/>
                  </a:lnTo>
                  <a:lnTo>
                    <a:pt x="244873" y="133577"/>
                  </a:lnTo>
                  <a:lnTo>
                    <a:pt x="244782" y="131353"/>
                  </a:lnTo>
                  <a:lnTo>
                    <a:pt x="244671" y="128600"/>
                  </a:lnTo>
                  <a:lnTo>
                    <a:pt x="244574" y="126228"/>
                  </a:lnTo>
                  <a:lnTo>
                    <a:pt x="244534" y="125222"/>
                  </a:lnTo>
                  <a:lnTo>
                    <a:pt x="299754" y="125222"/>
                  </a:lnTo>
                  <a:lnTo>
                    <a:pt x="300497" y="126228"/>
                  </a:lnTo>
                  <a:lnTo>
                    <a:pt x="303231" y="131353"/>
                  </a:lnTo>
                  <a:lnTo>
                    <a:pt x="254392" y="131353"/>
                  </a:lnTo>
                  <a:lnTo>
                    <a:pt x="245024" y="137298"/>
                  </a:lnTo>
                  <a:close/>
                </a:path>
                <a:path extrusionOk="0" h="265430" w="315595">
                  <a:moveTo>
                    <a:pt x="197020" y="128600"/>
                  </a:moveTo>
                  <a:lnTo>
                    <a:pt x="196777" y="128437"/>
                  </a:lnTo>
                  <a:lnTo>
                    <a:pt x="197058" y="128437"/>
                  </a:lnTo>
                  <a:lnTo>
                    <a:pt x="197020" y="128600"/>
                  </a:lnTo>
                  <a:close/>
                </a:path>
                <a:path extrusionOk="0" h="265430" w="315595">
                  <a:moveTo>
                    <a:pt x="204482" y="133577"/>
                  </a:moveTo>
                  <a:lnTo>
                    <a:pt x="201107" y="131353"/>
                  </a:lnTo>
                  <a:lnTo>
                    <a:pt x="197020" y="128600"/>
                  </a:lnTo>
                  <a:lnTo>
                    <a:pt x="197058" y="128437"/>
                  </a:lnTo>
                  <a:lnTo>
                    <a:pt x="207465" y="128437"/>
                  </a:lnTo>
                  <a:lnTo>
                    <a:pt x="204482" y="133577"/>
                  </a:lnTo>
                  <a:close/>
                </a:path>
                <a:path extrusionOk="0" h="265430" w="315595">
                  <a:moveTo>
                    <a:pt x="306886" y="138886"/>
                  </a:moveTo>
                  <a:lnTo>
                    <a:pt x="252740" y="138886"/>
                  </a:lnTo>
                  <a:lnTo>
                    <a:pt x="254392" y="131353"/>
                  </a:lnTo>
                  <a:lnTo>
                    <a:pt x="303231" y="131353"/>
                  </a:lnTo>
                  <a:lnTo>
                    <a:pt x="305982" y="136508"/>
                  </a:lnTo>
                  <a:lnTo>
                    <a:pt x="306886" y="138886"/>
                  </a:lnTo>
                  <a:close/>
                </a:path>
                <a:path extrusionOk="0" h="265430" w="315595">
                  <a:moveTo>
                    <a:pt x="194802" y="138248"/>
                  </a:moveTo>
                  <a:lnTo>
                    <a:pt x="184927" y="136508"/>
                  </a:lnTo>
                  <a:lnTo>
                    <a:pt x="195202" y="136508"/>
                  </a:lnTo>
                  <a:lnTo>
                    <a:pt x="194802" y="138248"/>
                  </a:lnTo>
                  <a:close/>
                </a:path>
                <a:path extrusionOk="0" h="265430" w="315595">
                  <a:moveTo>
                    <a:pt x="260849" y="142919"/>
                  </a:moveTo>
                  <a:lnTo>
                    <a:pt x="251856" y="142919"/>
                  </a:lnTo>
                  <a:lnTo>
                    <a:pt x="262279" y="138886"/>
                  </a:lnTo>
                  <a:lnTo>
                    <a:pt x="260849" y="142919"/>
                  </a:lnTo>
                  <a:close/>
                </a:path>
                <a:path extrusionOk="0" h="265430" w="315595">
                  <a:moveTo>
                    <a:pt x="258564" y="149365"/>
                  </a:moveTo>
                  <a:lnTo>
                    <a:pt x="260849" y="142919"/>
                  </a:lnTo>
                  <a:lnTo>
                    <a:pt x="308397" y="142919"/>
                  </a:lnTo>
                  <a:lnTo>
                    <a:pt x="309725" y="146461"/>
                  </a:lnTo>
                  <a:lnTo>
                    <a:pt x="269291" y="146461"/>
                  </a:lnTo>
                  <a:lnTo>
                    <a:pt x="258564" y="149365"/>
                  </a:lnTo>
                  <a:close/>
                </a:path>
                <a:path extrusionOk="0" h="265430" w="315595">
                  <a:moveTo>
                    <a:pt x="262134" y="157233"/>
                  </a:moveTo>
                  <a:lnTo>
                    <a:pt x="269291" y="146461"/>
                  </a:lnTo>
                  <a:lnTo>
                    <a:pt x="309725" y="146461"/>
                  </a:lnTo>
                  <a:lnTo>
                    <a:pt x="310176" y="147663"/>
                  </a:lnTo>
                  <a:lnTo>
                    <a:pt x="312430" y="156625"/>
                  </a:lnTo>
                  <a:lnTo>
                    <a:pt x="273137" y="156625"/>
                  </a:lnTo>
                  <a:lnTo>
                    <a:pt x="262134" y="157233"/>
                  </a:lnTo>
                  <a:close/>
                </a:path>
                <a:path extrusionOk="0" h="265430" w="315595">
                  <a:moveTo>
                    <a:pt x="313921" y="196600"/>
                  </a:moveTo>
                  <a:lnTo>
                    <a:pt x="272078" y="196600"/>
                  </a:lnTo>
                  <a:lnTo>
                    <a:pt x="263070" y="188254"/>
                  </a:lnTo>
                  <a:lnTo>
                    <a:pt x="276110" y="183786"/>
                  </a:lnTo>
                  <a:lnTo>
                    <a:pt x="265044" y="179652"/>
                  </a:lnTo>
                  <a:lnTo>
                    <a:pt x="277625" y="175573"/>
                  </a:lnTo>
                  <a:lnTo>
                    <a:pt x="266099" y="173067"/>
                  </a:lnTo>
                  <a:lnTo>
                    <a:pt x="277568" y="166519"/>
                  </a:lnTo>
                  <a:lnTo>
                    <a:pt x="264918" y="164741"/>
                  </a:lnTo>
                  <a:lnTo>
                    <a:pt x="273137" y="156625"/>
                  </a:lnTo>
                  <a:lnTo>
                    <a:pt x="312430" y="156625"/>
                  </a:lnTo>
                  <a:lnTo>
                    <a:pt x="313071" y="159176"/>
                  </a:lnTo>
                  <a:lnTo>
                    <a:pt x="314826" y="170842"/>
                  </a:lnTo>
                  <a:lnTo>
                    <a:pt x="314992" y="173067"/>
                  </a:lnTo>
                  <a:lnTo>
                    <a:pt x="315054" y="173903"/>
                  </a:lnTo>
                  <a:lnTo>
                    <a:pt x="315179" y="175573"/>
                  </a:lnTo>
                  <a:lnTo>
                    <a:pt x="315264" y="188254"/>
                  </a:lnTo>
                  <a:lnTo>
                    <a:pt x="314145" y="195949"/>
                  </a:lnTo>
                  <a:lnTo>
                    <a:pt x="314026" y="196294"/>
                  </a:lnTo>
                  <a:lnTo>
                    <a:pt x="313921" y="196600"/>
                  </a:lnTo>
                  <a:close/>
                </a:path>
                <a:path extrusionOk="0" h="265430" w="315595">
                  <a:moveTo>
                    <a:pt x="310084" y="206096"/>
                  </a:moveTo>
                  <a:lnTo>
                    <a:pt x="267584" y="206096"/>
                  </a:lnTo>
                  <a:lnTo>
                    <a:pt x="258423" y="196294"/>
                  </a:lnTo>
                  <a:lnTo>
                    <a:pt x="272078" y="196600"/>
                  </a:lnTo>
                  <a:lnTo>
                    <a:pt x="313921" y="196600"/>
                  </a:lnTo>
                  <a:lnTo>
                    <a:pt x="311468" y="203754"/>
                  </a:lnTo>
                  <a:lnTo>
                    <a:pt x="310084" y="206096"/>
                  </a:lnTo>
                  <a:close/>
                </a:path>
                <a:path extrusionOk="0" h="265430" w="315595">
                  <a:moveTo>
                    <a:pt x="304803" y="215038"/>
                  </a:moveTo>
                  <a:lnTo>
                    <a:pt x="259722" y="215038"/>
                  </a:lnTo>
                  <a:lnTo>
                    <a:pt x="253753" y="202733"/>
                  </a:lnTo>
                  <a:lnTo>
                    <a:pt x="267584" y="206096"/>
                  </a:lnTo>
                  <a:lnTo>
                    <a:pt x="310084" y="206096"/>
                  </a:lnTo>
                  <a:lnTo>
                    <a:pt x="304803" y="215038"/>
                  </a:lnTo>
                  <a:close/>
                </a:path>
                <a:path extrusionOk="0" h="265430" w="315595">
                  <a:moveTo>
                    <a:pt x="187441" y="207651"/>
                  </a:moveTo>
                  <a:lnTo>
                    <a:pt x="177112" y="207651"/>
                  </a:lnTo>
                  <a:lnTo>
                    <a:pt x="189515" y="203754"/>
                  </a:lnTo>
                  <a:lnTo>
                    <a:pt x="189343" y="203754"/>
                  </a:lnTo>
                  <a:lnTo>
                    <a:pt x="187441" y="207651"/>
                  </a:lnTo>
                  <a:close/>
                </a:path>
                <a:path extrusionOk="0" h="265430" w="315595">
                  <a:moveTo>
                    <a:pt x="191963" y="213790"/>
                  </a:moveTo>
                  <a:lnTo>
                    <a:pt x="184445" y="213790"/>
                  </a:lnTo>
                  <a:lnTo>
                    <a:pt x="194571" y="207938"/>
                  </a:lnTo>
                  <a:lnTo>
                    <a:pt x="191963" y="213790"/>
                  </a:lnTo>
                  <a:close/>
                </a:path>
                <a:path extrusionOk="0" h="265430" w="315595">
                  <a:moveTo>
                    <a:pt x="300951" y="220850"/>
                  </a:moveTo>
                  <a:lnTo>
                    <a:pt x="249722" y="220850"/>
                  </a:lnTo>
                  <a:lnTo>
                    <a:pt x="247130" y="208738"/>
                  </a:lnTo>
                  <a:lnTo>
                    <a:pt x="247023" y="208235"/>
                  </a:lnTo>
                  <a:lnTo>
                    <a:pt x="259542" y="215038"/>
                  </a:lnTo>
                  <a:lnTo>
                    <a:pt x="304803" y="215038"/>
                  </a:lnTo>
                  <a:lnTo>
                    <a:pt x="302331" y="219224"/>
                  </a:lnTo>
                  <a:lnTo>
                    <a:pt x="300951" y="220850"/>
                  </a:lnTo>
                  <a:close/>
                </a:path>
                <a:path extrusionOk="0" h="265430" w="315595">
                  <a:moveTo>
                    <a:pt x="199631" y="218478"/>
                  </a:moveTo>
                  <a:lnTo>
                    <a:pt x="189873" y="218478"/>
                  </a:lnTo>
                  <a:lnTo>
                    <a:pt x="200211" y="210972"/>
                  </a:lnTo>
                  <a:lnTo>
                    <a:pt x="199631" y="218478"/>
                  </a:lnTo>
                  <a:close/>
                </a:path>
                <a:path extrusionOk="0" h="265430" w="315595">
                  <a:moveTo>
                    <a:pt x="298145" y="224157"/>
                  </a:moveTo>
                  <a:lnTo>
                    <a:pt x="240799" y="224157"/>
                  </a:lnTo>
                  <a:lnTo>
                    <a:pt x="239676" y="211974"/>
                  </a:lnTo>
                  <a:lnTo>
                    <a:pt x="249722" y="220850"/>
                  </a:lnTo>
                  <a:lnTo>
                    <a:pt x="300951" y="220850"/>
                  </a:lnTo>
                  <a:lnTo>
                    <a:pt x="298145" y="224157"/>
                  </a:lnTo>
                  <a:close/>
                </a:path>
                <a:path extrusionOk="0" h="265430" w="315595">
                  <a:moveTo>
                    <a:pt x="209137" y="222033"/>
                  </a:moveTo>
                  <a:lnTo>
                    <a:pt x="199356" y="222033"/>
                  </a:lnTo>
                  <a:lnTo>
                    <a:pt x="208349" y="214255"/>
                  </a:lnTo>
                  <a:lnTo>
                    <a:pt x="209017" y="220850"/>
                  </a:lnTo>
                  <a:lnTo>
                    <a:pt x="209137" y="222033"/>
                  </a:lnTo>
                  <a:close/>
                </a:path>
                <a:path extrusionOk="0" h="265430" w="315595">
                  <a:moveTo>
                    <a:pt x="295974" y="226716"/>
                  </a:moveTo>
                  <a:lnTo>
                    <a:pt x="231758" y="226716"/>
                  </a:lnTo>
                  <a:lnTo>
                    <a:pt x="231792" y="225636"/>
                  </a:lnTo>
                  <a:lnTo>
                    <a:pt x="231906" y="222033"/>
                  </a:lnTo>
                  <a:lnTo>
                    <a:pt x="232018" y="218478"/>
                  </a:lnTo>
                  <a:lnTo>
                    <a:pt x="232127" y="215038"/>
                  </a:lnTo>
                  <a:lnTo>
                    <a:pt x="240799" y="224157"/>
                  </a:lnTo>
                  <a:lnTo>
                    <a:pt x="298145" y="224157"/>
                  </a:lnTo>
                  <a:lnTo>
                    <a:pt x="295974" y="226716"/>
                  </a:lnTo>
                  <a:close/>
                </a:path>
                <a:path extrusionOk="0" h="265430" w="315595">
                  <a:moveTo>
                    <a:pt x="221528" y="225636"/>
                  </a:moveTo>
                  <a:lnTo>
                    <a:pt x="209502" y="225636"/>
                  </a:lnTo>
                  <a:lnTo>
                    <a:pt x="216534" y="216304"/>
                  </a:lnTo>
                  <a:lnTo>
                    <a:pt x="221528" y="225636"/>
                  </a:lnTo>
                  <a:close/>
                </a:path>
                <a:path extrusionOk="0" h="265430" w="315595">
                  <a:moveTo>
                    <a:pt x="295770" y="226956"/>
                  </a:moveTo>
                  <a:lnTo>
                    <a:pt x="222234" y="226956"/>
                  </a:lnTo>
                  <a:lnTo>
                    <a:pt x="224325" y="216483"/>
                  </a:lnTo>
                  <a:lnTo>
                    <a:pt x="231758" y="226716"/>
                  </a:lnTo>
                  <a:lnTo>
                    <a:pt x="295974" y="226716"/>
                  </a:lnTo>
                  <a:lnTo>
                    <a:pt x="295770" y="226956"/>
                  </a:lnTo>
                  <a:close/>
                </a:path>
              </a:pathLst>
            </a:custGeom>
            <a:solidFill>
              <a:srgbClr val="000000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6" name="Google Shape;376;p3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132575" y="2386583"/>
              <a:ext cx="310895" cy="170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37"/>
            <p:cNvSpPr/>
            <p:nvPr/>
          </p:nvSpPr>
          <p:spPr>
            <a:xfrm>
              <a:off x="4884300" y="1678632"/>
              <a:ext cx="1591945" cy="1021715"/>
            </a:xfrm>
            <a:custGeom>
              <a:rect b="b" l="l" r="r" t="t"/>
              <a:pathLst>
                <a:path extrusionOk="0" h="1021714" w="1591945">
                  <a:moveTo>
                    <a:pt x="1245663" y="189799"/>
                  </a:moveTo>
                  <a:lnTo>
                    <a:pt x="1478583" y="189799"/>
                  </a:lnTo>
                  <a:lnTo>
                    <a:pt x="1473144" y="186253"/>
                  </a:lnTo>
                  <a:lnTo>
                    <a:pt x="1460388" y="177242"/>
                  </a:lnTo>
                  <a:lnTo>
                    <a:pt x="1426789" y="135973"/>
                  </a:lnTo>
                  <a:lnTo>
                    <a:pt x="1416932" y="93626"/>
                  </a:lnTo>
                  <a:lnTo>
                    <a:pt x="1416839" y="93063"/>
                  </a:lnTo>
                  <a:lnTo>
                    <a:pt x="1421896" y="88773"/>
                  </a:lnTo>
                  <a:lnTo>
                    <a:pt x="1464185" y="55340"/>
                  </a:lnTo>
                  <a:lnTo>
                    <a:pt x="1499669" y="33931"/>
                  </a:lnTo>
                  <a:lnTo>
                    <a:pt x="1521805" y="21715"/>
                  </a:lnTo>
                  <a:lnTo>
                    <a:pt x="1515839" y="18755"/>
                  </a:lnTo>
                  <a:lnTo>
                    <a:pt x="1501695" y="12269"/>
                  </a:lnTo>
                  <a:lnTo>
                    <a:pt x="1484058" y="5362"/>
                  </a:lnTo>
                  <a:lnTo>
                    <a:pt x="1467612" y="1139"/>
                  </a:lnTo>
                  <a:lnTo>
                    <a:pt x="1461812" y="390"/>
                  </a:lnTo>
                  <a:lnTo>
                    <a:pt x="1461444" y="390"/>
                  </a:lnTo>
                  <a:lnTo>
                    <a:pt x="1455899" y="0"/>
                  </a:lnTo>
                  <a:lnTo>
                    <a:pt x="1451391" y="0"/>
                  </a:lnTo>
                  <a:lnTo>
                    <a:pt x="1439035" y="390"/>
                  </a:lnTo>
                  <a:lnTo>
                    <a:pt x="1379613" y="17903"/>
                  </a:lnTo>
                  <a:lnTo>
                    <a:pt x="1336755" y="45887"/>
                  </a:lnTo>
                  <a:lnTo>
                    <a:pt x="1311793" y="78138"/>
                  </a:lnTo>
                  <a:lnTo>
                    <a:pt x="1303250" y="109568"/>
                  </a:lnTo>
                  <a:lnTo>
                    <a:pt x="1297840" y="124811"/>
                  </a:lnTo>
                  <a:lnTo>
                    <a:pt x="1288762" y="141490"/>
                  </a:lnTo>
                  <a:lnTo>
                    <a:pt x="1277744" y="159392"/>
                  </a:lnTo>
                  <a:lnTo>
                    <a:pt x="1268448" y="173680"/>
                  </a:lnTo>
                  <a:lnTo>
                    <a:pt x="1264536" y="179517"/>
                  </a:lnTo>
                  <a:lnTo>
                    <a:pt x="1245663" y="189799"/>
                  </a:lnTo>
                  <a:close/>
                </a:path>
                <a:path extrusionOk="0" h="1021714" w="1591945">
                  <a:moveTo>
                    <a:pt x="1467228" y="290418"/>
                  </a:moveTo>
                  <a:lnTo>
                    <a:pt x="1489809" y="287231"/>
                  </a:lnTo>
                  <a:lnTo>
                    <a:pt x="1489640" y="287231"/>
                  </a:lnTo>
                  <a:lnTo>
                    <a:pt x="1509016" y="277800"/>
                  </a:lnTo>
                  <a:lnTo>
                    <a:pt x="1544389" y="251491"/>
                  </a:lnTo>
                  <a:lnTo>
                    <a:pt x="1580947" y="205727"/>
                  </a:lnTo>
                  <a:lnTo>
                    <a:pt x="1591862" y="167102"/>
                  </a:lnTo>
                  <a:lnTo>
                    <a:pt x="1590633" y="144840"/>
                  </a:lnTo>
                  <a:lnTo>
                    <a:pt x="1588267" y="126659"/>
                  </a:lnTo>
                  <a:lnTo>
                    <a:pt x="1586985" y="119137"/>
                  </a:lnTo>
                  <a:lnTo>
                    <a:pt x="1565310" y="135113"/>
                  </a:lnTo>
                  <a:lnTo>
                    <a:pt x="1546168" y="148830"/>
                  </a:lnTo>
                  <a:lnTo>
                    <a:pt x="1528556" y="160810"/>
                  </a:lnTo>
                  <a:lnTo>
                    <a:pt x="1513920" y="169742"/>
                  </a:lnTo>
                  <a:lnTo>
                    <a:pt x="1497500" y="179217"/>
                  </a:lnTo>
                  <a:lnTo>
                    <a:pt x="1478583" y="189799"/>
                  </a:lnTo>
                  <a:lnTo>
                    <a:pt x="1245663" y="189799"/>
                  </a:lnTo>
                  <a:lnTo>
                    <a:pt x="1080044" y="280028"/>
                  </a:lnTo>
                  <a:lnTo>
                    <a:pt x="1373591" y="280028"/>
                  </a:lnTo>
                  <a:lnTo>
                    <a:pt x="1385264" y="280501"/>
                  </a:lnTo>
                  <a:lnTo>
                    <a:pt x="1398098" y="283050"/>
                  </a:lnTo>
                  <a:lnTo>
                    <a:pt x="1408462" y="285888"/>
                  </a:lnTo>
                  <a:lnTo>
                    <a:pt x="1412724" y="287231"/>
                  </a:lnTo>
                  <a:lnTo>
                    <a:pt x="1421286" y="288289"/>
                  </a:lnTo>
                  <a:lnTo>
                    <a:pt x="1441961" y="290056"/>
                  </a:lnTo>
                  <a:lnTo>
                    <a:pt x="1467228" y="290418"/>
                  </a:lnTo>
                  <a:close/>
                </a:path>
                <a:path extrusionOk="0" h="1021714" w="1591945">
                  <a:moveTo>
                    <a:pt x="119714" y="1021636"/>
                  </a:moveTo>
                  <a:lnTo>
                    <a:pt x="162300" y="1010133"/>
                  </a:lnTo>
                  <a:lnTo>
                    <a:pt x="191261" y="984580"/>
                  </a:lnTo>
                  <a:lnTo>
                    <a:pt x="212581" y="950815"/>
                  </a:lnTo>
                  <a:lnTo>
                    <a:pt x="217154" y="941356"/>
                  </a:lnTo>
                  <a:lnTo>
                    <a:pt x="223090" y="929043"/>
                  </a:lnTo>
                  <a:lnTo>
                    <a:pt x="254176" y="890481"/>
                  </a:lnTo>
                  <a:lnTo>
                    <a:pt x="299471" y="864833"/>
                  </a:lnTo>
                  <a:lnTo>
                    <a:pt x="553121" y="727973"/>
                  </a:lnTo>
                  <a:lnTo>
                    <a:pt x="1148644" y="414382"/>
                  </a:lnTo>
                  <a:lnTo>
                    <a:pt x="1342289" y="293834"/>
                  </a:lnTo>
                  <a:lnTo>
                    <a:pt x="1345587" y="291864"/>
                  </a:lnTo>
                  <a:lnTo>
                    <a:pt x="1353693" y="287429"/>
                  </a:lnTo>
                  <a:lnTo>
                    <a:pt x="1363922" y="282745"/>
                  </a:lnTo>
                  <a:lnTo>
                    <a:pt x="1373591" y="280028"/>
                  </a:lnTo>
                  <a:lnTo>
                    <a:pt x="1080044" y="280028"/>
                  </a:lnTo>
                  <a:lnTo>
                    <a:pt x="315018" y="696810"/>
                  </a:lnTo>
                  <a:lnTo>
                    <a:pt x="154712" y="803116"/>
                  </a:lnTo>
                  <a:lnTo>
                    <a:pt x="91796" y="803116"/>
                  </a:lnTo>
                  <a:lnTo>
                    <a:pt x="55358" y="815283"/>
                  </a:lnTo>
                  <a:lnTo>
                    <a:pt x="20685" y="844977"/>
                  </a:lnTo>
                  <a:lnTo>
                    <a:pt x="12643" y="857288"/>
                  </a:lnTo>
                  <a:lnTo>
                    <a:pt x="118454" y="857288"/>
                  </a:lnTo>
                  <a:lnTo>
                    <a:pt x="120425" y="860725"/>
                  </a:lnTo>
                  <a:lnTo>
                    <a:pt x="133477" y="860725"/>
                  </a:lnTo>
                  <a:lnTo>
                    <a:pt x="133597" y="864833"/>
                  </a:lnTo>
                  <a:lnTo>
                    <a:pt x="133656" y="866852"/>
                  </a:lnTo>
                  <a:lnTo>
                    <a:pt x="143486" y="866852"/>
                  </a:lnTo>
                  <a:lnTo>
                    <a:pt x="142522" y="874789"/>
                  </a:lnTo>
                  <a:lnTo>
                    <a:pt x="142446" y="875415"/>
                  </a:lnTo>
                  <a:lnTo>
                    <a:pt x="154717" y="875415"/>
                  </a:lnTo>
                  <a:lnTo>
                    <a:pt x="150042" y="883823"/>
                  </a:lnTo>
                  <a:lnTo>
                    <a:pt x="162462" y="884259"/>
                  </a:lnTo>
                  <a:lnTo>
                    <a:pt x="154723" y="892174"/>
                  </a:lnTo>
                  <a:lnTo>
                    <a:pt x="166940" y="892933"/>
                  </a:lnTo>
                  <a:lnTo>
                    <a:pt x="157149" y="899321"/>
                  </a:lnTo>
                  <a:lnTo>
                    <a:pt x="168347" y="901496"/>
                  </a:lnTo>
                  <a:lnTo>
                    <a:pt x="158232" y="906710"/>
                  </a:lnTo>
                  <a:lnTo>
                    <a:pt x="169430" y="908997"/>
                  </a:lnTo>
                  <a:lnTo>
                    <a:pt x="157448" y="912866"/>
                  </a:lnTo>
                  <a:lnTo>
                    <a:pt x="168257" y="915126"/>
                  </a:lnTo>
                  <a:lnTo>
                    <a:pt x="156759" y="918272"/>
                  </a:lnTo>
                  <a:lnTo>
                    <a:pt x="166576" y="922790"/>
                  </a:lnTo>
                  <a:lnTo>
                    <a:pt x="155159" y="923881"/>
                  </a:lnTo>
                  <a:lnTo>
                    <a:pt x="162008" y="930430"/>
                  </a:lnTo>
                  <a:lnTo>
                    <a:pt x="151246" y="931036"/>
                  </a:lnTo>
                  <a:lnTo>
                    <a:pt x="157076" y="937779"/>
                  </a:lnTo>
                  <a:lnTo>
                    <a:pt x="148282" y="937779"/>
                  </a:lnTo>
                  <a:lnTo>
                    <a:pt x="153769" y="944361"/>
                  </a:lnTo>
                  <a:lnTo>
                    <a:pt x="144481" y="944361"/>
                  </a:lnTo>
                  <a:lnTo>
                    <a:pt x="147826" y="951419"/>
                  </a:lnTo>
                  <a:lnTo>
                    <a:pt x="138722" y="951419"/>
                  </a:lnTo>
                  <a:lnTo>
                    <a:pt x="139920" y="955914"/>
                  </a:lnTo>
                  <a:lnTo>
                    <a:pt x="130333" y="955914"/>
                  </a:lnTo>
                  <a:lnTo>
                    <a:pt x="130217" y="959617"/>
                  </a:lnTo>
                  <a:lnTo>
                    <a:pt x="119055" y="959617"/>
                  </a:lnTo>
                  <a:lnTo>
                    <a:pt x="117961" y="962568"/>
                  </a:lnTo>
                  <a:lnTo>
                    <a:pt x="107410" y="962568"/>
                  </a:lnTo>
                  <a:lnTo>
                    <a:pt x="106950" y="963448"/>
                  </a:lnTo>
                  <a:lnTo>
                    <a:pt x="11014" y="963448"/>
                  </a:lnTo>
                  <a:lnTo>
                    <a:pt x="14481" y="969014"/>
                  </a:lnTo>
                  <a:lnTo>
                    <a:pt x="44439" y="998064"/>
                  </a:lnTo>
                  <a:lnTo>
                    <a:pt x="80499" y="1017505"/>
                  </a:lnTo>
                  <a:lnTo>
                    <a:pt x="109220" y="1021424"/>
                  </a:lnTo>
                  <a:lnTo>
                    <a:pt x="119714" y="1021636"/>
                  </a:lnTo>
                  <a:close/>
                </a:path>
                <a:path extrusionOk="0" h="1021714" w="1591945">
                  <a:moveTo>
                    <a:pt x="91796" y="803116"/>
                  </a:moveTo>
                  <a:lnTo>
                    <a:pt x="154712" y="803116"/>
                  </a:lnTo>
                  <a:lnTo>
                    <a:pt x="148965" y="802279"/>
                  </a:lnTo>
                  <a:lnTo>
                    <a:pt x="134908" y="800715"/>
                  </a:lnTo>
                  <a:lnTo>
                    <a:pt x="117316" y="799845"/>
                  </a:lnTo>
                  <a:lnTo>
                    <a:pt x="100963" y="801088"/>
                  </a:lnTo>
                  <a:lnTo>
                    <a:pt x="91796" y="803116"/>
                  </a:lnTo>
                  <a:close/>
                </a:path>
                <a:path extrusionOk="0" h="1021714" w="1591945">
                  <a:moveTo>
                    <a:pt x="111458" y="865831"/>
                  </a:moveTo>
                  <a:lnTo>
                    <a:pt x="118454" y="857288"/>
                  </a:lnTo>
                  <a:lnTo>
                    <a:pt x="12643" y="857288"/>
                  </a:lnTo>
                  <a:lnTo>
                    <a:pt x="12362" y="857718"/>
                  </a:lnTo>
                  <a:lnTo>
                    <a:pt x="11960" y="858554"/>
                  </a:lnTo>
                  <a:lnTo>
                    <a:pt x="105977" y="858554"/>
                  </a:lnTo>
                  <a:lnTo>
                    <a:pt x="111458" y="865831"/>
                  </a:lnTo>
                  <a:close/>
                </a:path>
                <a:path extrusionOk="0" h="1021714" w="1591945">
                  <a:moveTo>
                    <a:pt x="102743" y="866995"/>
                  </a:moveTo>
                  <a:lnTo>
                    <a:pt x="105977" y="858554"/>
                  </a:lnTo>
                  <a:lnTo>
                    <a:pt x="11960" y="858554"/>
                  </a:lnTo>
                  <a:lnTo>
                    <a:pt x="10915" y="860725"/>
                  </a:lnTo>
                  <a:lnTo>
                    <a:pt x="10839" y="860882"/>
                  </a:lnTo>
                  <a:lnTo>
                    <a:pt x="94626" y="860882"/>
                  </a:lnTo>
                  <a:lnTo>
                    <a:pt x="102743" y="866995"/>
                  </a:lnTo>
                  <a:close/>
                </a:path>
                <a:path extrusionOk="0" h="1021714" w="1591945">
                  <a:moveTo>
                    <a:pt x="123653" y="866352"/>
                  </a:moveTo>
                  <a:lnTo>
                    <a:pt x="133477" y="860725"/>
                  </a:lnTo>
                  <a:lnTo>
                    <a:pt x="120425" y="860725"/>
                  </a:lnTo>
                  <a:lnTo>
                    <a:pt x="123653" y="866352"/>
                  </a:lnTo>
                  <a:close/>
                </a:path>
                <a:path extrusionOk="0" h="1021714" w="1591945">
                  <a:moveTo>
                    <a:pt x="93535" y="869703"/>
                  </a:moveTo>
                  <a:lnTo>
                    <a:pt x="94626" y="860882"/>
                  </a:lnTo>
                  <a:lnTo>
                    <a:pt x="10839" y="860882"/>
                  </a:lnTo>
                  <a:lnTo>
                    <a:pt x="9317" y="864043"/>
                  </a:lnTo>
                  <a:lnTo>
                    <a:pt x="85466" y="864043"/>
                  </a:lnTo>
                  <a:lnTo>
                    <a:pt x="93535" y="869703"/>
                  </a:lnTo>
                  <a:close/>
                </a:path>
                <a:path extrusionOk="0" h="1021714" w="1591945">
                  <a:moveTo>
                    <a:pt x="85749" y="874789"/>
                  </a:moveTo>
                  <a:lnTo>
                    <a:pt x="85667" y="871687"/>
                  </a:lnTo>
                  <a:lnTo>
                    <a:pt x="85544" y="866995"/>
                  </a:lnTo>
                  <a:lnTo>
                    <a:pt x="85466" y="864043"/>
                  </a:lnTo>
                  <a:lnTo>
                    <a:pt x="9317" y="864043"/>
                  </a:lnTo>
                  <a:lnTo>
                    <a:pt x="5820" y="871306"/>
                  </a:lnTo>
                  <a:lnTo>
                    <a:pt x="5703" y="871687"/>
                  </a:lnTo>
                  <a:lnTo>
                    <a:pt x="5647" y="871870"/>
                  </a:lnTo>
                  <a:lnTo>
                    <a:pt x="75722" y="871870"/>
                  </a:lnTo>
                  <a:lnTo>
                    <a:pt x="85749" y="874789"/>
                  </a:lnTo>
                  <a:close/>
                </a:path>
                <a:path extrusionOk="0" h="1021714" w="1591945">
                  <a:moveTo>
                    <a:pt x="133739" y="869703"/>
                  </a:moveTo>
                  <a:lnTo>
                    <a:pt x="134127" y="869703"/>
                  </a:lnTo>
                  <a:lnTo>
                    <a:pt x="143486" y="866852"/>
                  </a:lnTo>
                  <a:lnTo>
                    <a:pt x="133656" y="866852"/>
                  </a:lnTo>
                  <a:lnTo>
                    <a:pt x="133739" y="869703"/>
                  </a:lnTo>
                  <a:close/>
                </a:path>
                <a:path extrusionOk="0" h="1021714" w="1591945">
                  <a:moveTo>
                    <a:pt x="78803" y="881006"/>
                  </a:moveTo>
                  <a:lnTo>
                    <a:pt x="75722" y="871870"/>
                  </a:lnTo>
                  <a:lnTo>
                    <a:pt x="5647" y="871870"/>
                  </a:lnTo>
                  <a:lnTo>
                    <a:pt x="3400" y="879179"/>
                  </a:lnTo>
                  <a:lnTo>
                    <a:pt x="69230" y="879179"/>
                  </a:lnTo>
                  <a:lnTo>
                    <a:pt x="78803" y="881006"/>
                  </a:lnTo>
                  <a:close/>
                </a:path>
                <a:path extrusionOk="0" h="1021714" w="1591945">
                  <a:moveTo>
                    <a:pt x="142337" y="876312"/>
                  </a:moveTo>
                  <a:lnTo>
                    <a:pt x="154717" y="875415"/>
                  </a:lnTo>
                  <a:lnTo>
                    <a:pt x="142446" y="875415"/>
                  </a:lnTo>
                  <a:lnTo>
                    <a:pt x="142337" y="876312"/>
                  </a:lnTo>
                  <a:close/>
                </a:path>
                <a:path extrusionOk="0" h="1021714" w="1591945">
                  <a:moveTo>
                    <a:pt x="74428" y="888625"/>
                  </a:moveTo>
                  <a:lnTo>
                    <a:pt x="69230" y="879179"/>
                  </a:lnTo>
                  <a:lnTo>
                    <a:pt x="3400" y="879179"/>
                  </a:lnTo>
                  <a:lnTo>
                    <a:pt x="2196" y="883097"/>
                  </a:lnTo>
                  <a:lnTo>
                    <a:pt x="1558" y="887193"/>
                  </a:lnTo>
                  <a:lnTo>
                    <a:pt x="62408" y="887193"/>
                  </a:lnTo>
                  <a:lnTo>
                    <a:pt x="74428" y="888625"/>
                  </a:lnTo>
                  <a:close/>
                </a:path>
                <a:path extrusionOk="0" h="1021714" w="1591945">
                  <a:moveTo>
                    <a:pt x="1727" y="936242"/>
                  </a:moveTo>
                  <a:lnTo>
                    <a:pt x="64889" y="936242"/>
                  </a:lnTo>
                  <a:lnTo>
                    <a:pt x="72796" y="925837"/>
                  </a:lnTo>
                  <a:lnTo>
                    <a:pt x="59674" y="925473"/>
                  </a:lnTo>
                  <a:lnTo>
                    <a:pt x="69740" y="918537"/>
                  </a:lnTo>
                  <a:lnTo>
                    <a:pt x="57604" y="914898"/>
                  </a:lnTo>
                  <a:lnTo>
                    <a:pt x="68164" y="911632"/>
                  </a:lnTo>
                  <a:lnTo>
                    <a:pt x="58566" y="906272"/>
                  </a:lnTo>
                  <a:lnTo>
                    <a:pt x="68600" y="904016"/>
                  </a:lnTo>
                  <a:lnTo>
                    <a:pt x="60272" y="897282"/>
                  </a:lnTo>
                  <a:lnTo>
                    <a:pt x="70362" y="896263"/>
                  </a:lnTo>
                  <a:lnTo>
                    <a:pt x="62408" y="887193"/>
                  </a:lnTo>
                  <a:lnTo>
                    <a:pt x="1558" y="887193"/>
                  </a:lnTo>
                  <a:lnTo>
                    <a:pt x="282" y="895384"/>
                  </a:lnTo>
                  <a:lnTo>
                    <a:pt x="191" y="897282"/>
                  </a:lnTo>
                  <a:lnTo>
                    <a:pt x="93" y="899321"/>
                  </a:lnTo>
                  <a:lnTo>
                    <a:pt x="0" y="920339"/>
                  </a:lnTo>
                  <a:lnTo>
                    <a:pt x="710" y="929043"/>
                  </a:lnTo>
                  <a:lnTo>
                    <a:pt x="823" y="930430"/>
                  </a:lnTo>
                  <a:lnTo>
                    <a:pt x="1727" y="936242"/>
                  </a:lnTo>
                  <a:close/>
                </a:path>
                <a:path extrusionOk="0" h="1021714" w="1591945">
                  <a:moveTo>
                    <a:pt x="3539" y="944934"/>
                  </a:moveTo>
                  <a:lnTo>
                    <a:pt x="70936" y="944934"/>
                  </a:lnTo>
                  <a:lnTo>
                    <a:pt x="78667" y="934998"/>
                  </a:lnTo>
                  <a:lnTo>
                    <a:pt x="64889" y="936242"/>
                  </a:lnTo>
                  <a:lnTo>
                    <a:pt x="1727" y="936242"/>
                  </a:lnTo>
                  <a:lnTo>
                    <a:pt x="2345" y="940156"/>
                  </a:lnTo>
                  <a:lnTo>
                    <a:pt x="2453" y="940843"/>
                  </a:lnTo>
                  <a:lnTo>
                    <a:pt x="3539" y="944934"/>
                  </a:lnTo>
                  <a:close/>
                </a:path>
                <a:path extrusionOk="0" h="1021714" w="1591945">
                  <a:moveTo>
                    <a:pt x="148282" y="937779"/>
                  </a:moveTo>
                  <a:lnTo>
                    <a:pt x="157076" y="937779"/>
                  </a:lnTo>
                  <a:lnTo>
                    <a:pt x="147325" y="936631"/>
                  </a:lnTo>
                  <a:lnTo>
                    <a:pt x="148282" y="937779"/>
                  </a:lnTo>
                  <a:close/>
                </a:path>
                <a:path extrusionOk="0" h="1021714" w="1591945">
                  <a:moveTo>
                    <a:pt x="5591" y="951992"/>
                  </a:moveTo>
                  <a:lnTo>
                    <a:pt x="79943" y="951992"/>
                  </a:lnTo>
                  <a:lnTo>
                    <a:pt x="84721" y="940156"/>
                  </a:lnTo>
                  <a:lnTo>
                    <a:pt x="70936" y="944934"/>
                  </a:lnTo>
                  <a:lnTo>
                    <a:pt x="3539" y="944934"/>
                  </a:lnTo>
                  <a:lnTo>
                    <a:pt x="5012" y="950479"/>
                  </a:lnTo>
                  <a:lnTo>
                    <a:pt x="5102" y="950815"/>
                  </a:lnTo>
                  <a:lnTo>
                    <a:pt x="5591" y="951992"/>
                  </a:lnTo>
                  <a:close/>
                </a:path>
                <a:path extrusionOk="0" h="1021714" w="1591945">
                  <a:moveTo>
                    <a:pt x="144481" y="944361"/>
                  </a:moveTo>
                  <a:lnTo>
                    <a:pt x="153769" y="944361"/>
                  </a:lnTo>
                  <a:lnTo>
                    <a:pt x="142813" y="940843"/>
                  </a:lnTo>
                  <a:lnTo>
                    <a:pt x="144481" y="944361"/>
                  </a:lnTo>
                  <a:close/>
                </a:path>
                <a:path extrusionOk="0" h="1021714" w="1591945">
                  <a:moveTo>
                    <a:pt x="138722" y="951419"/>
                  </a:moveTo>
                  <a:lnTo>
                    <a:pt x="147826" y="951419"/>
                  </a:lnTo>
                  <a:lnTo>
                    <a:pt x="137082" y="945265"/>
                  </a:lnTo>
                  <a:lnTo>
                    <a:pt x="138722" y="951419"/>
                  </a:lnTo>
                  <a:close/>
                </a:path>
                <a:path extrusionOk="0" h="1021714" w="1591945">
                  <a:moveTo>
                    <a:pt x="7588" y="956794"/>
                  </a:moveTo>
                  <a:lnTo>
                    <a:pt x="89295" y="956794"/>
                  </a:lnTo>
                  <a:lnTo>
                    <a:pt x="90555" y="946535"/>
                  </a:lnTo>
                  <a:lnTo>
                    <a:pt x="90679" y="945524"/>
                  </a:lnTo>
                  <a:lnTo>
                    <a:pt x="79943" y="951992"/>
                  </a:lnTo>
                  <a:lnTo>
                    <a:pt x="5591" y="951992"/>
                  </a:lnTo>
                  <a:lnTo>
                    <a:pt x="7588" y="956794"/>
                  </a:lnTo>
                  <a:close/>
                </a:path>
                <a:path extrusionOk="0" h="1021714" w="1591945">
                  <a:moveTo>
                    <a:pt x="130333" y="955914"/>
                  </a:moveTo>
                  <a:lnTo>
                    <a:pt x="139920" y="955914"/>
                  </a:lnTo>
                  <a:lnTo>
                    <a:pt x="130581" y="948023"/>
                  </a:lnTo>
                  <a:lnTo>
                    <a:pt x="130456" y="951992"/>
                  </a:lnTo>
                  <a:lnTo>
                    <a:pt x="130333" y="955914"/>
                  </a:lnTo>
                  <a:close/>
                </a:path>
                <a:path extrusionOk="0" h="1021714" w="1591945">
                  <a:moveTo>
                    <a:pt x="9030" y="960263"/>
                  </a:moveTo>
                  <a:lnTo>
                    <a:pt x="98670" y="960263"/>
                  </a:lnTo>
                  <a:lnTo>
                    <a:pt x="98552" y="948951"/>
                  </a:lnTo>
                  <a:lnTo>
                    <a:pt x="89295" y="956794"/>
                  </a:lnTo>
                  <a:lnTo>
                    <a:pt x="7588" y="956794"/>
                  </a:lnTo>
                  <a:lnTo>
                    <a:pt x="9030" y="960263"/>
                  </a:lnTo>
                  <a:close/>
                </a:path>
                <a:path extrusionOk="0" h="1021714" w="1591945">
                  <a:moveTo>
                    <a:pt x="11014" y="963448"/>
                  </a:moveTo>
                  <a:lnTo>
                    <a:pt x="106950" y="963448"/>
                  </a:lnTo>
                  <a:lnTo>
                    <a:pt x="104771" y="951992"/>
                  </a:lnTo>
                  <a:lnTo>
                    <a:pt x="104662" y="951419"/>
                  </a:lnTo>
                  <a:lnTo>
                    <a:pt x="104547" y="950815"/>
                  </a:lnTo>
                  <a:lnTo>
                    <a:pt x="104483" y="950479"/>
                  </a:lnTo>
                  <a:lnTo>
                    <a:pt x="98670" y="960263"/>
                  </a:lnTo>
                  <a:lnTo>
                    <a:pt x="9030" y="960263"/>
                  </a:lnTo>
                  <a:lnTo>
                    <a:pt x="11014" y="963448"/>
                  </a:lnTo>
                  <a:close/>
                </a:path>
                <a:path extrusionOk="0" h="1021714" w="1591945">
                  <a:moveTo>
                    <a:pt x="119055" y="959617"/>
                  </a:moveTo>
                  <a:lnTo>
                    <a:pt x="130217" y="959617"/>
                  </a:lnTo>
                  <a:lnTo>
                    <a:pt x="122124" y="950815"/>
                  </a:lnTo>
                  <a:lnTo>
                    <a:pt x="122317" y="950815"/>
                  </a:lnTo>
                  <a:lnTo>
                    <a:pt x="119055" y="959617"/>
                  </a:lnTo>
                  <a:close/>
                </a:path>
                <a:path extrusionOk="0" h="1021714" w="1591945">
                  <a:moveTo>
                    <a:pt x="107410" y="962568"/>
                  </a:moveTo>
                  <a:lnTo>
                    <a:pt x="117961" y="962568"/>
                  </a:lnTo>
                  <a:lnTo>
                    <a:pt x="112829" y="951992"/>
                  </a:lnTo>
                  <a:lnTo>
                    <a:pt x="110891" y="955914"/>
                  </a:lnTo>
                  <a:lnTo>
                    <a:pt x="107410" y="9625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5952614" y="1693239"/>
              <a:ext cx="503555" cy="426084"/>
            </a:xfrm>
            <a:custGeom>
              <a:rect b="b" l="l" r="r" t="t"/>
              <a:pathLst>
                <a:path extrusionOk="0" h="426085" w="503554">
                  <a:moveTo>
                    <a:pt x="14068" y="425996"/>
                  </a:moveTo>
                  <a:lnTo>
                    <a:pt x="161498" y="325256"/>
                  </a:lnTo>
                  <a:lnTo>
                    <a:pt x="188011" y="306300"/>
                  </a:lnTo>
                  <a:lnTo>
                    <a:pt x="213984" y="287076"/>
                  </a:lnTo>
                  <a:lnTo>
                    <a:pt x="238709" y="269679"/>
                  </a:lnTo>
                  <a:lnTo>
                    <a:pt x="275706" y="250179"/>
                  </a:lnTo>
                  <a:lnTo>
                    <a:pt x="310554" y="245197"/>
                  </a:lnTo>
                  <a:lnTo>
                    <a:pt x="322605" y="245530"/>
                  </a:lnTo>
                  <a:lnTo>
                    <a:pt x="349434" y="248800"/>
                  </a:lnTo>
                  <a:lnTo>
                    <a:pt x="372844" y="250300"/>
                  </a:lnTo>
                  <a:lnTo>
                    <a:pt x="416071" y="243416"/>
                  </a:lnTo>
                  <a:lnTo>
                    <a:pt x="454991" y="220393"/>
                  </a:lnTo>
                  <a:lnTo>
                    <a:pt x="486856" y="186518"/>
                  </a:lnTo>
                  <a:lnTo>
                    <a:pt x="503556" y="149476"/>
                  </a:lnTo>
                  <a:lnTo>
                    <a:pt x="502100" y="131527"/>
                  </a:lnTo>
                  <a:lnTo>
                    <a:pt x="411868" y="189741"/>
                  </a:lnTo>
                  <a:lnTo>
                    <a:pt x="399284" y="184158"/>
                  </a:lnTo>
                  <a:lnTo>
                    <a:pt x="363300" y="158635"/>
                  </a:lnTo>
                  <a:lnTo>
                    <a:pt x="338852" y="123408"/>
                  </a:lnTo>
                  <a:lnTo>
                    <a:pt x="331676" y="92968"/>
                  </a:lnTo>
                  <a:lnTo>
                    <a:pt x="332865" y="81324"/>
                  </a:lnTo>
                  <a:lnTo>
                    <a:pt x="335219" y="67976"/>
                  </a:lnTo>
                  <a:lnTo>
                    <a:pt x="402651" y="19949"/>
                  </a:lnTo>
                  <a:lnTo>
                    <a:pt x="407017" y="3454"/>
                  </a:lnTo>
                  <a:lnTo>
                    <a:pt x="387436" y="990"/>
                  </a:lnTo>
                  <a:lnTo>
                    <a:pt x="370390" y="0"/>
                  </a:lnTo>
                  <a:lnTo>
                    <a:pt x="355109" y="1029"/>
                  </a:lnTo>
                  <a:lnTo>
                    <a:pt x="304050" y="20621"/>
                  </a:lnTo>
                  <a:lnTo>
                    <a:pt x="274053" y="48650"/>
                  </a:lnTo>
                  <a:lnTo>
                    <a:pt x="254688" y="84470"/>
                  </a:lnTo>
                  <a:lnTo>
                    <a:pt x="213938" y="167911"/>
                  </a:lnTo>
                  <a:lnTo>
                    <a:pt x="0" y="298894"/>
                  </a:lnTo>
                  <a:lnTo>
                    <a:pt x="14068" y="425996"/>
                  </a:lnTo>
                  <a:close/>
                </a:path>
              </a:pathLst>
            </a:custGeom>
            <a:solidFill>
              <a:srgbClr val="EBEC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" name="Google Shape;379;p3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992367" y="1914143"/>
              <a:ext cx="182879" cy="137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3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983223" y="1898903"/>
              <a:ext cx="210311" cy="1341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37"/>
            <p:cNvSpPr/>
            <p:nvPr/>
          </p:nvSpPr>
          <p:spPr>
            <a:xfrm>
              <a:off x="6025382" y="1950412"/>
              <a:ext cx="144145" cy="94615"/>
            </a:xfrm>
            <a:custGeom>
              <a:rect b="b" l="l" r="r" t="t"/>
              <a:pathLst>
                <a:path extrusionOk="0" h="94614" w="144145">
                  <a:moveTo>
                    <a:pt x="9217" y="94598"/>
                  </a:moveTo>
                  <a:lnTo>
                    <a:pt x="144081" y="6306"/>
                  </a:lnTo>
                  <a:lnTo>
                    <a:pt x="140200" y="0"/>
                  </a:lnTo>
                  <a:lnTo>
                    <a:pt x="0" y="92658"/>
                  </a:lnTo>
                  <a:lnTo>
                    <a:pt x="9217" y="945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2" name="Google Shape;382;p3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041135" y="1822703"/>
              <a:ext cx="423671" cy="228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210699" y="1824281"/>
              <a:ext cx="85381" cy="116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37"/>
            <p:cNvSpPr/>
            <p:nvPr/>
          </p:nvSpPr>
          <p:spPr>
            <a:xfrm>
              <a:off x="4903265" y="2413861"/>
              <a:ext cx="315595" cy="265430"/>
            </a:xfrm>
            <a:custGeom>
              <a:rect b="b" l="l" r="r" t="t"/>
              <a:pathLst>
                <a:path extrusionOk="0" h="265430" w="315595">
                  <a:moveTo>
                    <a:pt x="103779" y="265314"/>
                  </a:moveTo>
                  <a:lnTo>
                    <a:pt x="147736" y="247554"/>
                  </a:lnTo>
                  <a:lnTo>
                    <a:pt x="177717" y="208738"/>
                  </a:lnTo>
                  <a:lnTo>
                    <a:pt x="186602" y="173903"/>
                  </a:lnTo>
                  <a:lnTo>
                    <a:pt x="194468" y="158398"/>
                  </a:lnTo>
                  <a:lnTo>
                    <a:pt x="216841" y="137298"/>
                  </a:lnTo>
                  <a:lnTo>
                    <a:pt x="217757" y="136508"/>
                  </a:lnTo>
                  <a:lnTo>
                    <a:pt x="245057" y="119640"/>
                  </a:lnTo>
                  <a:lnTo>
                    <a:pt x="273546" y="103505"/>
                  </a:lnTo>
                  <a:lnTo>
                    <a:pt x="299482" y="84381"/>
                  </a:lnTo>
                  <a:lnTo>
                    <a:pt x="305307" y="78949"/>
                  </a:lnTo>
                  <a:lnTo>
                    <a:pt x="314577" y="65859"/>
                  </a:lnTo>
                  <a:lnTo>
                    <a:pt x="315264" y="0"/>
                  </a:lnTo>
                  <a:lnTo>
                    <a:pt x="314577" y="0"/>
                  </a:lnTo>
                  <a:lnTo>
                    <a:pt x="227446" y="61743"/>
                  </a:lnTo>
                  <a:lnTo>
                    <a:pt x="179423" y="131039"/>
                  </a:lnTo>
                  <a:lnTo>
                    <a:pt x="118804" y="131039"/>
                  </a:lnTo>
                  <a:lnTo>
                    <a:pt x="120061" y="136508"/>
                  </a:lnTo>
                  <a:lnTo>
                    <a:pt x="130336" y="136508"/>
                  </a:lnTo>
                  <a:lnTo>
                    <a:pt x="128938" y="145254"/>
                  </a:lnTo>
                  <a:lnTo>
                    <a:pt x="139755" y="145254"/>
                  </a:lnTo>
                  <a:lnTo>
                    <a:pt x="132625" y="153236"/>
                  </a:lnTo>
                  <a:lnTo>
                    <a:pt x="131528" y="153236"/>
                  </a:lnTo>
                  <a:lnTo>
                    <a:pt x="145231" y="154320"/>
                  </a:lnTo>
                  <a:lnTo>
                    <a:pt x="137502" y="161106"/>
                  </a:lnTo>
                  <a:lnTo>
                    <a:pt x="150511" y="161439"/>
                  </a:lnTo>
                  <a:lnTo>
                    <a:pt x="138459" y="167318"/>
                  </a:lnTo>
                  <a:lnTo>
                    <a:pt x="150236" y="169048"/>
                  </a:lnTo>
                  <a:lnTo>
                    <a:pt x="139526" y="173903"/>
                  </a:lnTo>
                  <a:lnTo>
                    <a:pt x="138732" y="173903"/>
                  </a:lnTo>
                  <a:lnTo>
                    <a:pt x="149911" y="177804"/>
                  </a:lnTo>
                  <a:lnTo>
                    <a:pt x="138985" y="179652"/>
                  </a:lnTo>
                  <a:lnTo>
                    <a:pt x="138699" y="179652"/>
                  </a:lnTo>
                  <a:lnTo>
                    <a:pt x="148342" y="183302"/>
                  </a:lnTo>
                  <a:lnTo>
                    <a:pt x="136829" y="185154"/>
                  </a:lnTo>
                  <a:lnTo>
                    <a:pt x="145366" y="190858"/>
                  </a:lnTo>
                  <a:lnTo>
                    <a:pt x="133640" y="191838"/>
                  </a:lnTo>
                  <a:lnTo>
                    <a:pt x="142065" y="199025"/>
                  </a:lnTo>
                  <a:lnTo>
                    <a:pt x="129824" y="199441"/>
                  </a:lnTo>
                  <a:lnTo>
                    <a:pt x="138151" y="207651"/>
                  </a:lnTo>
                  <a:lnTo>
                    <a:pt x="127822" y="207651"/>
                  </a:lnTo>
                  <a:lnTo>
                    <a:pt x="130818" y="213790"/>
                  </a:lnTo>
                  <a:lnTo>
                    <a:pt x="123300" y="213790"/>
                  </a:lnTo>
                  <a:lnTo>
                    <a:pt x="125390" y="218478"/>
                  </a:lnTo>
                  <a:lnTo>
                    <a:pt x="115632" y="218478"/>
                  </a:lnTo>
                  <a:lnTo>
                    <a:pt x="115690" y="219224"/>
                  </a:lnTo>
                  <a:lnTo>
                    <a:pt x="115816" y="220850"/>
                  </a:lnTo>
                  <a:lnTo>
                    <a:pt x="115907" y="222033"/>
                  </a:lnTo>
                  <a:lnTo>
                    <a:pt x="106126" y="222033"/>
                  </a:lnTo>
                  <a:lnTo>
                    <a:pt x="105761" y="225636"/>
                  </a:lnTo>
                  <a:lnTo>
                    <a:pt x="93735" y="225636"/>
                  </a:lnTo>
                  <a:lnTo>
                    <a:pt x="93029" y="226956"/>
                  </a:lnTo>
                  <a:lnTo>
                    <a:pt x="19493" y="226956"/>
                  </a:lnTo>
                  <a:lnTo>
                    <a:pt x="24727" y="233123"/>
                  </a:lnTo>
                  <a:lnTo>
                    <a:pt x="38610" y="244965"/>
                  </a:lnTo>
                  <a:lnTo>
                    <a:pt x="54012" y="254266"/>
                  </a:lnTo>
                  <a:lnTo>
                    <a:pt x="69808" y="260586"/>
                  </a:lnTo>
                  <a:lnTo>
                    <a:pt x="86653" y="264429"/>
                  </a:lnTo>
                  <a:lnTo>
                    <a:pt x="103779" y="265314"/>
                  </a:lnTo>
                  <a:close/>
                </a:path>
                <a:path extrusionOk="0" h="265430" w="315595">
                  <a:moveTo>
                    <a:pt x="118804" y="131039"/>
                  </a:moveTo>
                  <a:lnTo>
                    <a:pt x="179423" y="131039"/>
                  </a:lnTo>
                  <a:lnTo>
                    <a:pt x="178088" y="128600"/>
                  </a:lnTo>
                  <a:lnTo>
                    <a:pt x="147490" y="98260"/>
                  </a:lnTo>
                  <a:lnTo>
                    <a:pt x="109856" y="83340"/>
                  </a:lnTo>
                  <a:lnTo>
                    <a:pt x="90239" y="80266"/>
                  </a:lnTo>
                  <a:lnTo>
                    <a:pt x="78871" y="81855"/>
                  </a:lnTo>
                  <a:lnTo>
                    <a:pt x="37790" y="102093"/>
                  </a:lnTo>
                  <a:lnTo>
                    <a:pt x="18108" y="121704"/>
                  </a:lnTo>
                  <a:lnTo>
                    <a:pt x="93137" y="121704"/>
                  </a:lnTo>
                  <a:lnTo>
                    <a:pt x="93785" y="122887"/>
                  </a:lnTo>
                  <a:lnTo>
                    <a:pt x="104945" y="122887"/>
                  </a:lnTo>
                  <a:lnTo>
                    <a:pt x="104726" y="123144"/>
                  </a:lnTo>
                  <a:lnTo>
                    <a:pt x="107798" y="128437"/>
                  </a:lnTo>
                  <a:lnTo>
                    <a:pt x="118486" y="128437"/>
                  </a:lnTo>
                  <a:lnTo>
                    <a:pt x="118243" y="128600"/>
                  </a:lnTo>
                  <a:lnTo>
                    <a:pt x="118762" y="130856"/>
                  </a:lnTo>
                  <a:lnTo>
                    <a:pt x="118804" y="131039"/>
                  </a:lnTo>
                  <a:close/>
                </a:path>
                <a:path extrusionOk="0" h="265430" w="315595">
                  <a:moveTo>
                    <a:pt x="87779" y="131353"/>
                  </a:moveTo>
                  <a:lnTo>
                    <a:pt x="87994" y="131039"/>
                  </a:lnTo>
                  <a:lnTo>
                    <a:pt x="93137" y="121704"/>
                  </a:lnTo>
                  <a:lnTo>
                    <a:pt x="18108" y="121704"/>
                  </a:lnTo>
                  <a:lnTo>
                    <a:pt x="17914" y="121967"/>
                  </a:lnTo>
                  <a:lnTo>
                    <a:pt x="81338" y="121967"/>
                  </a:lnTo>
                  <a:lnTo>
                    <a:pt x="87779" y="131353"/>
                  </a:lnTo>
                  <a:close/>
                </a:path>
                <a:path extrusionOk="0" h="265430" w="315595">
                  <a:moveTo>
                    <a:pt x="78720" y="133577"/>
                  </a:moveTo>
                  <a:lnTo>
                    <a:pt x="81269" y="122270"/>
                  </a:lnTo>
                  <a:lnTo>
                    <a:pt x="81338" y="121967"/>
                  </a:lnTo>
                  <a:lnTo>
                    <a:pt x="17914" y="121967"/>
                  </a:lnTo>
                  <a:lnTo>
                    <a:pt x="15509" y="125222"/>
                  </a:lnTo>
                  <a:lnTo>
                    <a:pt x="70729" y="125222"/>
                  </a:lnTo>
                  <a:lnTo>
                    <a:pt x="78720" y="133577"/>
                  </a:lnTo>
                  <a:close/>
                </a:path>
                <a:path extrusionOk="0" h="265430" w="315595">
                  <a:moveTo>
                    <a:pt x="104726" y="123144"/>
                  </a:moveTo>
                  <a:lnTo>
                    <a:pt x="104945" y="122887"/>
                  </a:lnTo>
                  <a:lnTo>
                    <a:pt x="104577" y="122887"/>
                  </a:lnTo>
                  <a:lnTo>
                    <a:pt x="104726" y="123144"/>
                  </a:lnTo>
                  <a:close/>
                </a:path>
                <a:path extrusionOk="0" h="265430" w="315595">
                  <a:moveTo>
                    <a:pt x="98146" y="130856"/>
                  </a:moveTo>
                  <a:lnTo>
                    <a:pt x="104726" y="123144"/>
                  </a:lnTo>
                  <a:lnTo>
                    <a:pt x="104577" y="122887"/>
                  </a:lnTo>
                  <a:lnTo>
                    <a:pt x="93785" y="122887"/>
                  </a:lnTo>
                  <a:lnTo>
                    <a:pt x="98146" y="130856"/>
                  </a:lnTo>
                  <a:close/>
                </a:path>
                <a:path extrusionOk="0" h="265430" w="315595">
                  <a:moveTo>
                    <a:pt x="70240" y="137298"/>
                  </a:moveTo>
                  <a:lnTo>
                    <a:pt x="70272" y="136508"/>
                  </a:lnTo>
                  <a:lnTo>
                    <a:pt x="70390" y="133577"/>
                  </a:lnTo>
                  <a:lnTo>
                    <a:pt x="70481" y="131353"/>
                  </a:lnTo>
                  <a:lnTo>
                    <a:pt x="70592" y="128600"/>
                  </a:lnTo>
                  <a:lnTo>
                    <a:pt x="70689" y="126228"/>
                  </a:lnTo>
                  <a:lnTo>
                    <a:pt x="70729" y="125222"/>
                  </a:lnTo>
                  <a:lnTo>
                    <a:pt x="15509" y="125222"/>
                  </a:lnTo>
                  <a:lnTo>
                    <a:pt x="14766" y="126228"/>
                  </a:lnTo>
                  <a:lnTo>
                    <a:pt x="12032" y="131353"/>
                  </a:lnTo>
                  <a:lnTo>
                    <a:pt x="60871" y="131353"/>
                  </a:lnTo>
                  <a:lnTo>
                    <a:pt x="70240" y="137298"/>
                  </a:lnTo>
                  <a:close/>
                </a:path>
                <a:path extrusionOk="0" h="265430" w="315595">
                  <a:moveTo>
                    <a:pt x="118243" y="128600"/>
                  </a:moveTo>
                  <a:lnTo>
                    <a:pt x="118486" y="128437"/>
                  </a:lnTo>
                  <a:lnTo>
                    <a:pt x="118205" y="128437"/>
                  </a:lnTo>
                  <a:lnTo>
                    <a:pt x="118243" y="128600"/>
                  </a:lnTo>
                  <a:close/>
                </a:path>
                <a:path extrusionOk="0" h="265430" w="315595">
                  <a:moveTo>
                    <a:pt x="110781" y="133577"/>
                  </a:moveTo>
                  <a:lnTo>
                    <a:pt x="114156" y="131353"/>
                  </a:lnTo>
                  <a:lnTo>
                    <a:pt x="118243" y="128600"/>
                  </a:lnTo>
                  <a:lnTo>
                    <a:pt x="118205" y="128437"/>
                  </a:lnTo>
                  <a:lnTo>
                    <a:pt x="107798" y="128437"/>
                  </a:lnTo>
                  <a:lnTo>
                    <a:pt x="110781" y="133577"/>
                  </a:lnTo>
                  <a:close/>
                </a:path>
                <a:path extrusionOk="0" h="265430" w="315595">
                  <a:moveTo>
                    <a:pt x="8377" y="138886"/>
                  </a:moveTo>
                  <a:lnTo>
                    <a:pt x="62523" y="138886"/>
                  </a:lnTo>
                  <a:lnTo>
                    <a:pt x="60871" y="131353"/>
                  </a:lnTo>
                  <a:lnTo>
                    <a:pt x="12032" y="131353"/>
                  </a:lnTo>
                  <a:lnTo>
                    <a:pt x="9281" y="136508"/>
                  </a:lnTo>
                  <a:lnTo>
                    <a:pt x="8377" y="138886"/>
                  </a:lnTo>
                  <a:close/>
                </a:path>
                <a:path extrusionOk="0" h="265430" w="315595">
                  <a:moveTo>
                    <a:pt x="120461" y="138248"/>
                  </a:moveTo>
                  <a:lnTo>
                    <a:pt x="130336" y="136508"/>
                  </a:lnTo>
                  <a:lnTo>
                    <a:pt x="120061" y="136508"/>
                  </a:lnTo>
                  <a:lnTo>
                    <a:pt x="120461" y="138248"/>
                  </a:lnTo>
                  <a:close/>
                </a:path>
                <a:path extrusionOk="0" h="265430" w="315595">
                  <a:moveTo>
                    <a:pt x="54414" y="142919"/>
                  </a:moveTo>
                  <a:lnTo>
                    <a:pt x="63407" y="142919"/>
                  </a:lnTo>
                  <a:lnTo>
                    <a:pt x="52984" y="138886"/>
                  </a:lnTo>
                  <a:lnTo>
                    <a:pt x="54414" y="142919"/>
                  </a:lnTo>
                  <a:close/>
                </a:path>
                <a:path extrusionOk="0" h="265430" w="315595">
                  <a:moveTo>
                    <a:pt x="56699" y="149365"/>
                  </a:moveTo>
                  <a:lnTo>
                    <a:pt x="54414" y="142919"/>
                  </a:lnTo>
                  <a:lnTo>
                    <a:pt x="6866" y="142919"/>
                  </a:lnTo>
                  <a:lnTo>
                    <a:pt x="5538" y="146461"/>
                  </a:lnTo>
                  <a:lnTo>
                    <a:pt x="45972" y="146461"/>
                  </a:lnTo>
                  <a:lnTo>
                    <a:pt x="56699" y="149365"/>
                  </a:lnTo>
                  <a:close/>
                </a:path>
                <a:path extrusionOk="0" h="265430" w="315595">
                  <a:moveTo>
                    <a:pt x="53129" y="157233"/>
                  </a:moveTo>
                  <a:lnTo>
                    <a:pt x="45972" y="146461"/>
                  </a:lnTo>
                  <a:lnTo>
                    <a:pt x="5538" y="146461"/>
                  </a:lnTo>
                  <a:lnTo>
                    <a:pt x="5087" y="147663"/>
                  </a:lnTo>
                  <a:lnTo>
                    <a:pt x="2833" y="156625"/>
                  </a:lnTo>
                  <a:lnTo>
                    <a:pt x="42126" y="156625"/>
                  </a:lnTo>
                  <a:lnTo>
                    <a:pt x="53129" y="157233"/>
                  </a:lnTo>
                  <a:close/>
                </a:path>
                <a:path extrusionOk="0" h="265430" w="315595">
                  <a:moveTo>
                    <a:pt x="1342" y="196600"/>
                  </a:moveTo>
                  <a:lnTo>
                    <a:pt x="43185" y="196600"/>
                  </a:lnTo>
                  <a:lnTo>
                    <a:pt x="52193" y="188254"/>
                  </a:lnTo>
                  <a:lnTo>
                    <a:pt x="39153" y="183786"/>
                  </a:lnTo>
                  <a:lnTo>
                    <a:pt x="50219" y="179652"/>
                  </a:lnTo>
                  <a:lnTo>
                    <a:pt x="37638" y="175573"/>
                  </a:lnTo>
                  <a:lnTo>
                    <a:pt x="49164" y="173067"/>
                  </a:lnTo>
                  <a:lnTo>
                    <a:pt x="37695" y="166519"/>
                  </a:lnTo>
                  <a:lnTo>
                    <a:pt x="50345" y="164741"/>
                  </a:lnTo>
                  <a:lnTo>
                    <a:pt x="42126" y="156625"/>
                  </a:lnTo>
                  <a:lnTo>
                    <a:pt x="2833" y="156625"/>
                  </a:lnTo>
                  <a:lnTo>
                    <a:pt x="2192" y="159176"/>
                  </a:lnTo>
                  <a:lnTo>
                    <a:pt x="437" y="170842"/>
                  </a:lnTo>
                  <a:lnTo>
                    <a:pt x="271" y="173067"/>
                  </a:lnTo>
                  <a:lnTo>
                    <a:pt x="209" y="173903"/>
                  </a:lnTo>
                  <a:lnTo>
                    <a:pt x="84" y="175573"/>
                  </a:lnTo>
                  <a:lnTo>
                    <a:pt x="0" y="188254"/>
                  </a:lnTo>
                  <a:lnTo>
                    <a:pt x="1118" y="195949"/>
                  </a:lnTo>
                  <a:lnTo>
                    <a:pt x="1237" y="196294"/>
                  </a:lnTo>
                  <a:lnTo>
                    <a:pt x="1342" y="196600"/>
                  </a:lnTo>
                  <a:close/>
                </a:path>
                <a:path extrusionOk="0" h="265430" w="315595">
                  <a:moveTo>
                    <a:pt x="5179" y="206096"/>
                  </a:moveTo>
                  <a:lnTo>
                    <a:pt x="47679" y="206096"/>
                  </a:lnTo>
                  <a:lnTo>
                    <a:pt x="56840" y="196294"/>
                  </a:lnTo>
                  <a:lnTo>
                    <a:pt x="43185" y="196600"/>
                  </a:lnTo>
                  <a:lnTo>
                    <a:pt x="1342" y="196600"/>
                  </a:lnTo>
                  <a:lnTo>
                    <a:pt x="3795" y="203754"/>
                  </a:lnTo>
                  <a:lnTo>
                    <a:pt x="5179" y="206096"/>
                  </a:lnTo>
                  <a:close/>
                </a:path>
                <a:path extrusionOk="0" h="265430" w="315595">
                  <a:moveTo>
                    <a:pt x="10460" y="215038"/>
                  </a:moveTo>
                  <a:lnTo>
                    <a:pt x="55541" y="215038"/>
                  </a:lnTo>
                  <a:lnTo>
                    <a:pt x="61510" y="202733"/>
                  </a:lnTo>
                  <a:lnTo>
                    <a:pt x="47679" y="206096"/>
                  </a:lnTo>
                  <a:lnTo>
                    <a:pt x="5179" y="206096"/>
                  </a:lnTo>
                  <a:lnTo>
                    <a:pt x="10460" y="215038"/>
                  </a:lnTo>
                  <a:close/>
                </a:path>
                <a:path extrusionOk="0" h="265430" w="315595">
                  <a:moveTo>
                    <a:pt x="127822" y="207651"/>
                  </a:moveTo>
                  <a:lnTo>
                    <a:pt x="138151" y="207651"/>
                  </a:lnTo>
                  <a:lnTo>
                    <a:pt x="125748" y="203754"/>
                  </a:lnTo>
                  <a:lnTo>
                    <a:pt x="125920" y="203754"/>
                  </a:lnTo>
                  <a:lnTo>
                    <a:pt x="127822" y="207651"/>
                  </a:lnTo>
                  <a:close/>
                </a:path>
                <a:path extrusionOk="0" h="265430" w="315595">
                  <a:moveTo>
                    <a:pt x="123300" y="213790"/>
                  </a:moveTo>
                  <a:lnTo>
                    <a:pt x="130818" y="213790"/>
                  </a:lnTo>
                  <a:lnTo>
                    <a:pt x="120692" y="207938"/>
                  </a:lnTo>
                  <a:lnTo>
                    <a:pt x="123300" y="213790"/>
                  </a:lnTo>
                  <a:close/>
                </a:path>
                <a:path extrusionOk="0" h="265430" w="315595">
                  <a:moveTo>
                    <a:pt x="14312" y="220850"/>
                  </a:moveTo>
                  <a:lnTo>
                    <a:pt x="65542" y="220850"/>
                  </a:lnTo>
                  <a:lnTo>
                    <a:pt x="68133" y="208738"/>
                  </a:lnTo>
                  <a:lnTo>
                    <a:pt x="68240" y="208235"/>
                  </a:lnTo>
                  <a:lnTo>
                    <a:pt x="55721" y="215038"/>
                  </a:lnTo>
                  <a:lnTo>
                    <a:pt x="10460" y="215038"/>
                  </a:lnTo>
                  <a:lnTo>
                    <a:pt x="12932" y="219224"/>
                  </a:lnTo>
                  <a:lnTo>
                    <a:pt x="14312" y="220850"/>
                  </a:lnTo>
                  <a:close/>
                </a:path>
                <a:path extrusionOk="0" h="265430" w="315595">
                  <a:moveTo>
                    <a:pt x="115632" y="218478"/>
                  </a:moveTo>
                  <a:lnTo>
                    <a:pt x="125390" y="218478"/>
                  </a:lnTo>
                  <a:lnTo>
                    <a:pt x="115052" y="210972"/>
                  </a:lnTo>
                  <a:lnTo>
                    <a:pt x="115632" y="218478"/>
                  </a:lnTo>
                  <a:close/>
                </a:path>
                <a:path extrusionOk="0" h="265430" w="315595">
                  <a:moveTo>
                    <a:pt x="17118" y="224157"/>
                  </a:moveTo>
                  <a:lnTo>
                    <a:pt x="74464" y="224157"/>
                  </a:lnTo>
                  <a:lnTo>
                    <a:pt x="75587" y="211974"/>
                  </a:lnTo>
                  <a:lnTo>
                    <a:pt x="65542" y="220850"/>
                  </a:lnTo>
                  <a:lnTo>
                    <a:pt x="14312" y="220850"/>
                  </a:lnTo>
                  <a:lnTo>
                    <a:pt x="17118" y="224157"/>
                  </a:lnTo>
                  <a:close/>
                </a:path>
                <a:path extrusionOk="0" h="265430" w="315595">
                  <a:moveTo>
                    <a:pt x="106126" y="222033"/>
                  </a:moveTo>
                  <a:lnTo>
                    <a:pt x="115907" y="222033"/>
                  </a:lnTo>
                  <a:lnTo>
                    <a:pt x="106914" y="214255"/>
                  </a:lnTo>
                  <a:lnTo>
                    <a:pt x="106246" y="220850"/>
                  </a:lnTo>
                  <a:lnTo>
                    <a:pt x="106126" y="222033"/>
                  </a:lnTo>
                  <a:close/>
                </a:path>
                <a:path extrusionOk="0" h="265430" w="315595">
                  <a:moveTo>
                    <a:pt x="19289" y="226716"/>
                  </a:moveTo>
                  <a:lnTo>
                    <a:pt x="83505" y="226716"/>
                  </a:lnTo>
                  <a:lnTo>
                    <a:pt x="83471" y="225636"/>
                  </a:lnTo>
                  <a:lnTo>
                    <a:pt x="83357" y="222033"/>
                  </a:lnTo>
                  <a:lnTo>
                    <a:pt x="83245" y="218478"/>
                  </a:lnTo>
                  <a:lnTo>
                    <a:pt x="83136" y="215038"/>
                  </a:lnTo>
                  <a:lnTo>
                    <a:pt x="74464" y="224157"/>
                  </a:lnTo>
                  <a:lnTo>
                    <a:pt x="17118" y="224157"/>
                  </a:lnTo>
                  <a:lnTo>
                    <a:pt x="19289" y="226716"/>
                  </a:lnTo>
                  <a:close/>
                </a:path>
                <a:path extrusionOk="0" h="265430" w="315595">
                  <a:moveTo>
                    <a:pt x="93735" y="225636"/>
                  </a:moveTo>
                  <a:lnTo>
                    <a:pt x="105761" y="225636"/>
                  </a:lnTo>
                  <a:lnTo>
                    <a:pt x="98729" y="216304"/>
                  </a:lnTo>
                  <a:lnTo>
                    <a:pt x="93735" y="225636"/>
                  </a:lnTo>
                  <a:close/>
                </a:path>
                <a:path extrusionOk="0" h="265430" w="315595">
                  <a:moveTo>
                    <a:pt x="19493" y="226956"/>
                  </a:moveTo>
                  <a:lnTo>
                    <a:pt x="93029" y="226956"/>
                  </a:lnTo>
                  <a:lnTo>
                    <a:pt x="90938" y="216483"/>
                  </a:lnTo>
                  <a:lnTo>
                    <a:pt x="83505" y="226716"/>
                  </a:lnTo>
                  <a:lnTo>
                    <a:pt x="19289" y="226716"/>
                  </a:lnTo>
                  <a:lnTo>
                    <a:pt x="19493" y="226956"/>
                  </a:lnTo>
                  <a:close/>
                </a:path>
              </a:pathLst>
            </a:custGeom>
            <a:solidFill>
              <a:srgbClr val="000000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5" name="Google Shape;385;p3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916423" y="2386583"/>
              <a:ext cx="310895" cy="170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3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282751" y="1809245"/>
              <a:ext cx="862083" cy="9202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7" name="Google Shape;387;p37"/>
            <p:cNvSpPr/>
            <p:nvPr/>
          </p:nvSpPr>
          <p:spPr>
            <a:xfrm>
              <a:off x="4637983" y="2729827"/>
              <a:ext cx="2176780" cy="574675"/>
            </a:xfrm>
            <a:custGeom>
              <a:rect b="b" l="l" r="r" t="t"/>
              <a:pathLst>
                <a:path extrusionOk="0" h="574675" w="2176779">
                  <a:moveTo>
                    <a:pt x="2174605" y="574470"/>
                  </a:moveTo>
                  <a:lnTo>
                    <a:pt x="2065283" y="554881"/>
                  </a:lnTo>
                  <a:lnTo>
                    <a:pt x="1797563" y="511377"/>
                  </a:lnTo>
                  <a:lnTo>
                    <a:pt x="1461813" y="466850"/>
                  </a:lnTo>
                  <a:lnTo>
                    <a:pt x="1148400" y="444196"/>
                  </a:lnTo>
                  <a:lnTo>
                    <a:pt x="816804" y="459157"/>
                  </a:lnTo>
                  <a:lnTo>
                    <a:pt x="441049" y="497385"/>
                  </a:lnTo>
                  <a:lnTo>
                    <a:pt x="133325" y="536635"/>
                  </a:lnTo>
                  <a:lnTo>
                    <a:pt x="5819" y="554661"/>
                  </a:lnTo>
                  <a:lnTo>
                    <a:pt x="0" y="0"/>
                  </a:lnTo>
                  <a:lnTo>
                    <a:pt x="2176545" y="7428"/>
                  </a:lnTo>
                  <a:lnTo>
                    <a:pt x="2174605" y="5744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4637983" y="2729827"/>
              <a:ext cx="2176780" cy="574675"/>
            </a:xfrm>
            <a:custGeom>
              <a:rect b="b" l="l" r="r" t="t"/>
              <a:pathLst>
                <a:path extrusionOk="0" h="574675" w="2176779">
                  <a:moveTo>
                    <a:pt x="0" y="0"/>
                  </a:moveTo>
                  <a:lnTo>
                    <a:pt x="5819" y="554661"/>
                  </a:lnTo>
                  <a:lnTo>
                    <a:pt x="133325" y="536635"/>
                  </a:lnTo>
                  <a:lnTo>
                    <a:pt x="441049" y="497385"/>
                  </a:lnTo>
                  <a:lnTo>
                    <a:pt x="816804" y="459157"/>
                  </a:lnTo>
                  <a:lnTo>
                    <a:pt x="1148400" y="444196"/>
                  </a:lnTo>
                  <a:lnTo>
                    <a:pt x="1461813" y="466850"/>
                  </a:lnTo>
                  <a:lnTo>
                    <a:pt x="1797563" y="511377"/>
                  </a:lnTo>
                  <a:lnTo>
                    <a:pt x="2065283" y="554881"/>
                  </a:lnTo>
                  <a:lnTo>
                    <a:pt x="2174605" y="574470"/>
                  </a:lnTo>
                  <a:lnTo>
                    <a:pt x="2176545" y="7428"/>
                  </a:lnTo>
                  <a:lnTo>
                    <a:pt x="0" y="0"/>
                  </a:lnTo>
                </a:path>
              </a:pathLst>
            </a:custGeom>
            <a:noFill/>
            <a:ln cap="flat" cmpd="sng" w="17475">
              <a:solidFill>
                <a:srgbClr val="121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9" name="Google Shape;389;p3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648199" y="2715767"/>
              <a:ext cx="2175100" cy="5273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0" name="Google Shape;390;p37"/>
          <p:cNvSpPr txBox="1"/>
          <p:nvPr/>
        </p:nvSpPr>
        <p:spPr>
          <a:xfrm>
            <a:off x="5178525" y="3765400"/>
            <a:ext cx="34596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587375" lvl="0" marL="59944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MONOCROMÁTICA POSITIVA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95" name="Google Shape;395;p38"/>
          <p:cNvSpPr txBox="1"/>
          <p:nvPr>
            <p:ph type="title"/>
          </p:nvPr>
        </p:nvSpPr>
        <p:spPr>
          <a:xfrm>
            <a:off x="1702500" y="537150"/>
            <a:ext cx="5739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 DA LOGO</a:t>
            </a:r>
            <a:endParaRPr/>
          </a:p>
        </p:txBody>
      </p:sp>
      <p:grpSp>
        <p:nvGrpSpPr>
          <p:cNvPr id="396" name="Google Shape;396;p38"/>
          <p:cNvGrpSpPr/>
          <p:nvPr/>
        </p:nvGrpSpPr>
        <p:grpSpPr>
          <a:xfrm>
            <a:off x="1549501" y="1536063"/>
            <a:ext cx="2512195" cy="1931955"/>
            <a:chOff x="1280490" y="1591058"/>
            <a:chExt cx="2076050" cy="2001124"/>
          </a:xfrm>
        </p:grpSpPr>
        <p:sp>
          <p:nvSpPr>
            <p:cNvPr id="397" name="Google Shape;397;p38"/>
            <p:cNvSpPr/>
            <p:nvPr/>
          </p:nvSpPr>
          <p:spPr>
            <a:xfrm>
              <a:off x="1411321" y="1709590"/>
              <a:ext cx="1795145" cy="1861185"/>
            </a:xfrm>
            <a:custGeom>
              <a:rect b="b" l="l" r="r" t="t"/>
              <a:pathLst>
                <a:path extrusionOk="0" h="1861185" w="1795145">
                  <a:moveTo>
                    <a:pt x="907791" y="1861022"/>
                  </a:moveTo>
                  <a:lnTo>
                    <a:pt x="832217" y="1829054"/>
                  </a:lnTo>
                  <a:lnTo>
                    <a:pt x="655278" y="1749579"/>
                  </a:lnTo>
                  <a:lnTo>
                    <a:pt x="451646" y="1647238"/>
                  </a:lnTo>
                  <a:lnTo>
                    <a:pt x="295995" y="1546674"/>
                  </a:lnTo>
                  <a:lnTo>
                    <a:pt x="255725" y="1509365"/>
                  </a:lnTo>
                  <a:lnTo>
                    <a:pt x="220045" y="1470668"/>
                  </a:lnTo>
                  <a:lnTo>
                    <a:pt x="188524" y="1430672"/>
                  </a:lnTo>
                  <a:lnTo>
                    <a:pt x="160735" y="1389471"/>
                  </a:lnTo>
                  <a:lnTo>
                    <a:pt x="136246" y="1347153"/>
                  </a:lnTo>
                  <a:lnTo>
                    <a:pt x="114630" y="1303811"/>
                  </a:lnTo>
                  <a:lnTo>
                    <a:pt x="95455" y="1259535"/>
                  </a:lnTo>
                  <a:lnTo>
                    <a:pt x="78293" y="1214416"/>
                  </a:lnTo>
                  <a:lnTo>
                    <a:pt x="62714" y="1168544"/>
                  </a:lnTo>
                  <a:lnTo>
                    <a:pt x="48288" y="1122012"/>
                  </a:lnTo>
                  <a:lnTo>
                    <a:pt x="7883" y="871550"/>
                  </a:lnTo>
                  <a:lnTo>
                    <a:pt x="0" y="591676"/>
                  </a:lnTo>
                  <a:lnTo>
                    <a:pt x="7694" y="363944"/>
                  </a:lnTo>
                  <a:lnTo>
                    <a:pt x="14024" y="269911"/>
                  </a:lnTo>
                  <a:lnTo>
                    <a:pt x="909247" y="0"/>
                  </a:lnTo>
                  <a:lnTo>
                    <a:pt x="1779832" y="279740"/>
                  </a:lnTo>
                  <a:lnTo>
                    <a:pt x="1786132" y="366219"/>
                  </a:lnTo>
                  <a:lnTo>
                    <a:pt x="1794621" y="576564"/>
                  </a:lnTo>
                  <a:lnTo>
                    <a:pt x="1789678" y="837136"/>
                  </a:lnTo>
                  <a:lnTo>
                    <a:pt x="1755682" y="1074297"/>
                  </a:lnTo>
                  <a:lnTo>
                    <a:pt x="1742869" y="1121473"/>
                  </a:lnTo>
                  <a:lnTo>
                    <a:pt x="1729274" y="1168596"/>
                  </a:lnTo>
                  <a:lnTo>
                    <a:pt x="1714331" y="1215532"/>
                  </a:lnTo>
                  <a:lnTo>
                    <a:pt x="1697473" y="1262152"/>
                  </a:lnTo>
                  <a:lnTo>
                    <a:pt x="1678133" y="1308322"/>
                  </a:lnTo>
                  <a:lnTo>
                    <a:pt x="1655744" y="1353912"/>
                  </a:lnTo>
                  <a:lnTo>
                    <a:pt x="1629740" y="1398790"/>
                  </a:lnTo>
                  <a:lnTo>
                    <a:pt x="1599552" y="1442823"/>
                  </a:lnTo>
                  <a:lnTo>
                    <a:pt x="1564616" y="1485881"/>
                  </a:lnTo>
                  <a:lnTo>
                    <a:pt x="1524362" y="1527830"/>
                  </a:lnTo>
                  <a:lnTo>
                    <a:pt x="1367413" y="1638043"/>
                  </a:lnTo>
                  <a:lnTo>
                    <a:pt x="1162201" y="1746116"/>
                  </a:lnTo>
                  <a:lnTo>
                    <a:pt x="983927" y="1828344"/>
                  </a:lnTo>
                  <a:lnTo>
                    <a:pt x="907791" y="1861022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1411321" y="1709590"/>
              <a:ext cx="1795145" cy="1861185"/>
            </a:xfrm>
            <a:custGeom>
              <a:rect b="b" l="l" r="r" t="t"/>
              <a:pathLst>
                <a:path extrusionOk="0" h="1861185" w="1795145">
                  <a:moveTo>
                    <a:pt x="14024" y="269911"/>
                  </a:moveTo>
                  <a:lnTo>
                    <a:pt x="7694" y="363944"/>
                  </a:lnTo>
                  <a:lnTo>
                    <a:pt x="0" y="591676"/>
                  </a:lnTo>
                  <a:lnTo>
                    <a:pt x="7883" y="871550"/>
                  </a:lnTo>
                  <a:lnTo>
                    <a:pt x="48288" y="1122012"/>
                  </a:lnTo>
                  <a:lnTo>
                    <a:pt x="62714" y="1168544"/>
                  </a:lnTo>
                  <a:lnTo>
                    <a:pt x="78293" y="1214416"/>
                  </a:lnTo>
                  <a:lnTo>
                    <a:pt x="95455" y="1259535"/>
                  </a:lnTo>
                  <a:lnTo>
                    <a:pt x="114630" y="1303811"/>
                  </a:lnTo>
                  <a:lnTo>
                    <a:pt x="136246" y="1347153"/>
                  </a:lnTo>
                  <a:lnTo>
                    <a:pt x="160735" y="1389471"/>
                  </a:lnTo>
                  <a:lnTo>
                    <a:pt x="188524" y="1430672"/>
                  </a:lnTo>
                  <a:lnTo>
                    <a:pt x="220045" y="1470668"/>
                  </a:lnTo>
                  <a:lnTo>
                    <a:pt x="255725" y="1509365"/>
                  </a:lnTo>
                  <a:lnTo>
                    <a:pt x="295995" y="1546674"/>
                  </a:lnTo>
                  <a:lnTo>
                    <a:pt x="451646" y="1647238"/>
                  </a:lnTo>
                  <a:lnTo>
                    <a:pt x="655278" y="1749579"/>
                  </a:lnTo>
                  <a:lnTo>
                    <a:pt x="832217" y="1829054"/>
                  </a:lnTo>
                  <a:lnTo>
                    <a:pt x="907791" y="1861022"/>
                  </a:lnTo>
                  <a:lnTo>
                    <a:pt x="983927" y="1828344"/>
                  </a:lnTo>
                  <a:lnTo>
                    <a:pt x="1162201" y="1746116"/>
                  </a:lnTo>
                  <a:lnTo>
                    <a:pt x="1367413" y="1638043"/>
                  </a:lnTo>
                  <a:lnTo>
                    <a:pt x="1524362" y="1527830"/>
                  </a:lnTo>
                  <a:lnTo>
                    <a:pt x="1564616" y="1485881"/>
                  </a:lnTo>
                  <a:lnTo>
                    <a:pt x="1599552" y="1442823"/>
                  </a:lnTo>
                  <a:lnTo>
                    <a:pt x="1629740" y="1398790"/>
                  </a:lnTo>
                  <a:lnTo>
                    <a:pt x="1655744" y="1353912"/>
                  </a:lnTo>
                  <a:lnTo>
                    <a:pt x="1678133" y="1308322"/>
                  </a:lnTo>
                  <a:lnTo>
                    <a:pt x="1697473" y="1262152"/>
                  </a:lnTo>
                  <a:lnTo>
                    <a:pt x="1714331" y="1215532"/>
                  </a:lnTo>
                  <a:lnTo>
                    <a:pt x="1729274" y="1168596"/>
                  </a:lnTo>
                  <a:lnTo>
                    <a:pt x="1742869" y="1121473"/>
                  </a:lnTo>
                  <a:lnTo>
                    <a:pt x="1755682" y="1074297"/>
                  </a:lnTo>
                  <a:lnTo>
                    <a:pt x="1789678" y="837136"/>
                  </a:lnTo>
                  <a:lnTo>
                    <a:pt x="1794621" y="576564"/>
                  </a:lnTo>
                  <a:lnTo>
                    <a:pt x="1786132" y="366219"/>
                  </a:lnTo>
                  <a:lnTo>
                    <a:pt x="1779832" y="279740"/>
                  </a:lnTo>
                  <a:lnTo>
                    <a:pt x="909247" y="0"/>
                  </a:lnTo>
                  <a:lnTo>
                    <a:pt x="14024" y="269911"/>
                  </a:lnTo>
                </a:path>
              </a:pathLst>
            </a:custGeom>
            <a:noFill/>
            <a:ln cap="flat" cmpd="sng" w="2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496428" y="1838312"/>
              <a:ext cx="1624965" cy="1753870"/>
            </a:xfrm>
            <a:custGeom>
              <a:rect b="b" l="l" r="r" t="t"/>
              <a:pathLst>
                <a:path extrusionOk="0" h="1753870" w="1624964">
                  <a:moveTo>
                    <a:pt x="821711" y="1753453"/>
                  </a:moveTo>
                  <a:lnTo>
                    <a:pt x="753303" y="1723333"/>
                  </a:lnTo>
                  <a:lnTo>
                    <a:pt x="593142" y="1648452"/>
                  </a:lnTo>
                  <a:lnTo>
                    <a:pt x="408819" y="1552027"/>
                  </a:lnTo>
                  <a:lnTo>
                    <a:pt x="267927" y="1457275"/>
                  </a:lnTo>
                  <a:lnTo>
                    <a:pt x="227689" y="1418134"/>
                  </a:lnTo>
                  <a:lnTo>
                    <a:pt x="192527" y="1377390"/>
                  </a:lnTo>
                  <a:lnTo>
                    <a:pt x="161907" y="1335160"/>
                  </a:lnTo>
                  <a:lnTo>
                    <a:pt x="135296" y="1291562"/>
                  </a:lnTo>
                  <a:lnTo>
                    <a:pt x="112160" y="1246713"/>
                  </a:lnTo>
                  <a:lnTo>
                    <a:pt x="91967" y="1200731"/>
                  </a:lnTo>
                  <a:lnTo>
                    <a:pt x="74183" y="1153733"/>
                  </a:lnTo>
                  <a:lnTo>
                    <a:pt x="58275" y="1105836"/>
                  </a:lnTo>
                  <a:lnTo>
                    <a:pt x="43709" y="1057159"/>
                  </a:lnTo>
                  <a:lnTo>
                    <a:pt x="7136" y="821174"/>
                  </a:lnTo>
                  <a:lnTo>
                    <a:pt x="0" y="557477"/>
                  </a:lnTo>
                  <a:lnTo>
                    <a:pt x="6964" y="342908"/>
                  </a:lnTo>
                  <a:lnTo>
                    <a:pt x="12694" y="254310"/>
                  </a:lnTo>
                  <a:lnTo>
                    <a:pt x="823028" y="0"/>
                  </a:lnTo>
                  <a:lnTo>
                    <a:pt x="1611060" y="263571"/>
                  </a:lnTo>
                  <a:lnTo>
                    <a:pt x="1616763" y="345052"/>
                  </a:lnTo>
                  <a:lnTo>
                    <a:pt x="1624447" y="543238"/>
                  </a:lnTo>
                  <a:lnTo>
                    <a:pt x="1619972" y="788749"/>
                  </a:lnTo>
                  <a:lnTo>
                    <a:pt x="1589200" y="1012202"/>
                  </a:lnTo>
                  <a:lnTo>
                    <a:pt x="1577602" y="1056651"/>
                  </a:lnTo>
                  <a:lnTo>
                    <a:pt x="1565297" y="1101050"/>
                  </a:lnTo>
                  <a:lnTo>
                    <a:pt x="1551771" y="1145274"/>
                  </a:lnTo>
                  <a:lnTo>
                    <a:pt x="1536511" y="1189198"/>
                  </a:lnTo>
                  <a:lnTo>
                    <a:pt x="1519005" y="1232700"/>
                  </a:lnTo>
                  <a:lnTo>
                    <a:pt x="1498739" y="1275655"/>
                  </a:lnTo>
                  <a:lnTo>
                    <a:pt x="1475200" y="1317939"/>
                  </a:lnTo>
                  <a:lnTo>
                    <a:pt x="1447876" y="1359427"/>
                  </a:lnTo>
                  <a:lnTo>
                    <a:pt x="1416252" y="1399996"/>
                  </a:lnTo>
                  <a:lnTo>
                    <a:pt x="1379816" y="1439521"/>
                  </a:lnTo>
                  <a:lnTo>
                    <a:pt x="1237749" y="1543362"/>
                  </a:lnTo>
                  <a:lnTo>
                    <a:pt x="1051996" y="1645189"/>
                  </a:lnTo>
                  <a:lnTo>
                    <a:pt x="890627" y="1722664"/>
                  </a:lnTo>
                  <a:lnTo>
                    <a:pt x="821711" y="1753453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8"/>
            <p:cNvSpPr/>
            <p:nvPr/>
          </p:nvSpPr>
          <p:spPr>
            <a:xfrm>
              <a:off x="1496428" y="1838312"/>
              <a:ext cx="1624965" cy="1753870"/>
            </a:xfrm>
            <a:custGeom>
              <a:rect b="b" l="l" r="r" t="t"/>
              <a:pathLst>
                <a:path extrusionOk="0" h="1753870" w="1624964">
                  <a:moveTo>
                    <a:pt x="12694" y="254310"/>
                  </a:moveTo>
                  <a:lnTo>
                    <a:pt x="6964" y="342908"/>
                  </a:lnTo>
                  <a:lnTo>
                    <a:pt x="0" y="557477"/>
                  </a:lnTo>
                  <a:lnTo>
                    <a:pt x="7136" y="821174"/>
                  </a:lnTo>
                  <a:lnTo>
                    <a:pt x="43709" y="1057159"/>
                  </a:lnTo>
                  <a:lnTo>
                    <a:pt x="58275" y="1105836"/>
                  </a:lnTo>
                  <a:lnTo>
                    <a:pt x="74183" y="1153733"/>
                  </a:lnTo>
                  <a:lnTo>
                    <a:pt x="91967" y="1200731"/>
                  </a:lnTo>
                  <a:lnTo>
                    <a:pt x="112160" y="1246713"/>
                  </a:lnTo>
                  <a:lnTo>
                    <a:pt x="135296" y="1291562"/>
                  </a:lnTo>
                  <a:lnTo>
                    <a:pt x="161907" y="1335160"/>
                  </a:lnTo>
                  <a:lnTo>
                    <a:pt x="192527" y="1377390"/>
                  </a:lnTo>
                  <a:lnTo>
                    <a:pt x="227689" y="1418134"/>
                  </a:lnTo>
                  <a:lnTo>
                    <a:pt x="267927" y="1457275"/>
                  </a:lnTo>
                  <a:lnTo>
                    <a:pt x="408819" y="1552027"/>
                  </a:lnTo>
                  <a:lnTo>
                    <a:pt x="593142" y="1648452"/>
                  </a:lnTo>
                  <a:lnTo>
                    <a:pt x="753303" y="1723333"/>
                  </a:lnTo>
                  <a:lnTo>
                    <a:pt x="821711" y="1753453"/>
                  </a:lnTo>
                  <a:lnTo>
                    <a:pt x="890627" y="1722664"/>
                  </a:lnTo>
                  <a:lnTo>
                    <a:pt x="1051996" y="1645189"/>
                  </a:lnTo>
                  <a:lnTo>
                    <a:pt x="1237749" y="1543362"/>
                  </a:lnTo>
                  <a:lnTo>
                    <a:pt x="1379816" y="1439521"/>
                  </a:lnTo>
                  <a:lnTo>
                    <a:pt x="1416252" y="1399996"/>
                  </a:lnTo>
                  <a:lnTo>
                    <a:pt x="1447876" y="1359427"/>
                  </a:lnTo>
                  <a:lnTo>
                    <a:pt x="1475200" y="1317939"/>
                  </a:lnTo>
                  <a:lnTo>
                    <a:pt x="1498739" y="1275655"/>
                  </a:lnTo>
                  <a:lnTo>
                    <a:pt x="1519005" y="1232700"/>
                  </a:lnTo>
                  <a:lnTo>
                    <a:pt x="1536511" y="1189198"/>
                  </a:lnTo>
                  <a:lnTo>
                    <a:pt x="1551771" y="1145274"/>
                  </a:lnTo>
                  <a:lnTo>
                    <a:pt x="1565297" y="1101050"/>
                  </a:lnTo>
                  <a:lnTo>
                    <a:pt x="1577602" y="1056651"/>
                  </a:lnTo>
                  <a:lnTo>
                    <a:pt x="1589200" y="1012202"/>
                  </a:lnTo>
                  <a:lnTo>
                    <a:pt x="1619972" y="788749"/>
                  </a:lnTo>
                  <a:lnTo>
                    <a:pt x="1624447" y="543238"/>
                  </a:lnTo>
                  <a:lnTo>
                    <a:pt x="1616763" y="345052"/>
                  </a:lnTo>
                  <a:lnTo>
                    <a:pt x="1611060" y="263571"/>
                  </a:lnTo>
                  <a:lnTo>
                    <a:pt x="823028" y="0"/>
                  </a:lnTo>
                  <a:lnTo>
                    <a:pt x="12694" y="254310"/>
                  </a:lnTo>
                </a:path>
              </a:pathLst>
            </a:custGeom>
            <a:noFill/>
            <a:ln cap="flat" cmpd="sng" w="21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1" name="Google Shape;40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14143" y="3176015"/>
              <a:ext cx="798575" cy="240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4188" y="1591058"/>
              <a:ext cx="1512269" cy="1136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01367" y="1947671"/>
              <a:ext cx="173735" cy="131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83079" y="1932431"/>
              <a:ext cx="201167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8"/>
            <p:cNvSpPr/>
            <p:nvPr/>
          </p:nvSpPr>
          <p:spPr>
            <a:xfrm>
              <a:off x="1805553" y="1982712"/>
              <a:ext cx="137160" cy="90170"/>
            </a:xfrm>
            <a:custGeom>
              <a:rect b="b" l="l" r="r" t="t"/>
              <a:pathLst>
                <a:path extrusionOk="0" h="90169" w="137160">
                  <a:moveTo>
                    <a:pt x="128120" y="89868"/>
                  </a:moveTo>
                  <a:lnTo>
                    <a:pt x="0" y="5991"/>
                  </a:lnTo>
                  <a:lnTo>
                    <a:pt x="3686" y="0"/>
                  </a:lnTo>
                  <a:lnTo>
                    <a:pt x="136877" y="88025"/>
                  </a:lnTo>
                  <a:lnTo>
                    <a:pt x="128120" y="8986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6" name="Google Shape;406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23999" y="1862327"/>
              <a:ext cx="405383" cy="216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85267" y="1862887"/>
              <a:ext cx="81112" cy="110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8"/>
            <p:cNvSpPr/>
            <p:nvPr/>
          </p:nvSpPr>
          <p:spPr>
            <a:xfrm>
              <a:off x="2708941" y="2422989"/>
              <a:ext cx="299720" cy="252095"/>
            </a:xfrm>
            <a:custGeom>
              <a:rect b="b" l="l" r="r" t="t"/>
              <a:pathLst>
                <a:path extrusionOk="0" h="252094" w="299719">
                  <a:moveTo>
                    <a:pt x="200910" y="252048"/>
                  </a:moveTo>
                  <a:lnTo>
                    <a:pt x="159151" y="235176"/>
                  </a:lnTo>
                  <a:lnTo>
                    <a:pt x="130669" y="198301"/>
                  </a:lnTo>
                  <a:lnTo>
                    <a:pt x="122228" y="165208"/>
                  </a:lnTo>
                  <a:lnTo>
                    <a:pt x="114755" y="150478"/>
                  </a:lnTo>
                  <a:lnTo>
                    <a:pt x="93501" y="130433"/>
                  </a:lnTo>
                  <a:lnTo>
                    <a:pt x="92630" y="129683"/>
                  </a:lnTo>
                  <a:lnTo>
                    <a:pt x="66696" y="113658"/>
                  </a:lnTo>
                  <a:lnTo>
                    <a:pt x="39632" y="98329"/>
                  </a:lnTo>
                  <a:lnTo>
                    <a:pt x="14992" y="80162"/>
                  </a:lnTo>
                  <a:lnTo>
                    <a:pt x="9458" y="75002"/>
                  </a:lnTo>
                  <a:lnTo>
                    <a:pt x="652" y="62566"/>
                  </a:lnTo>
                  <a:lnTo>
                    <a:pt x="0" y="0"/>
                  </a:lnTo>
                  <a:lnTo>
                    <a:pt x="652" y="0"/>
                  </a:lnTo>
                  <a:lnTo>
                    <a:pt x="83426" y="58656"/>
                  </a:lnTo>
                  <a:lnTo>
                    <a:pt x="128928" y="124313"/>
                  </a:lnTo>
                  <a:lnTo>
                    <a:pt x="129048" y="124487"/>
                  </a:lnTo>
                  <a:lnTo>
                    <a:pt x="186636" y="124487"/>
                  </a:lnTo>
                  <a:lnTo>
                    <a:pt x="185442" y="129683"/>
                  </a:lnTo>
                  <a:lnTo>
                    <a:pt x="175681" y="129683"/>
                  </a:lnTo>
                  <a:lnTo>
                    <a:pt x="177009" y="137992"/>
                  </a:lnTo>
                  <a:lnTo>
                    <a:pt x="166733" y="137992"/>
                  </a:lnTo>
                  <a:lnTo>
                    <a:pt x="173506" y="145574"/>
                  </a:lnTo>
                  <a:lnTo>
                    <a:pt x="174548" y="145574"/>
                  </a:lnTo>
                  <a:lnTo>
                    <a:pt x="161531" y="146604"/>
                  </a:lnTo>
                  <a:lnTo>
                    <a:pt x="168873" y="153050"/>
                  </a:lnTo>
                  <a:lnTo>
                    <a:pt x="156514" y="153367"/>
                  </a:lnTo>
                  <a:lnTo>
                    <a:pt x="167964" y="158952"/>
                  </a:lnTo>
                  <a:lnTo>
                    <a:pt x="156776" y="160596"/>
                  </a:lnTo>
                  <a:lnTo>
                    <a:pt x="166950" y="165208"/>
                  </a:lnTo>
                  <a:lnTo>
                    <a:pt x="167705" y="165208"/>
                  </a:lnTo>
                  <a:lnTo>
                    <a:pt x="157085" y="168914"/>
                  </a:lnTo>
                  <a:lnTo>
                    <a:pt x="167464" y="170669"/>
                  </a:lnTo>
                  <a:lnTo>
                    <a:pt x="167736" y="170669"/>
                  </a:lnTo>
                  <a:lnTo>
                    <a:pt x="158575" y="174137"/>
                  </a:lnTo>
                  <a:lnTo>
                    <a:pt x="169512" y="175896"/>
                  </a:lnTo>
                  <a:lnTo>
                    <a:pt x="161402" y="181315"/>
                  </a:lnTo>
                  <a:lnTo>
                    <a:pt x="172542" y="182246"/>
                  </a:lnTo>
                  <a:lnTo>
                    <a:pt x="164538" y="189074"/>
                  </a:lnTo>
                  <a:lnTo>
                    <a:pt x="176167" y="189469"/>
                  </a:lnTo>
                  <a:lnTo>
                    <a:pt x="168256" y="197269"/>
                  </a:lnTo>
                  <a:lnTo>
                    <a:pt x="178069" y="197269"/>
                  </a:lnTo>
                  <a:lnTo>
                    <a:pt x="175223" y="203100"/>
                  </a:lnTo>
                  <a:lnTo>
                    <a:pt x="182365" y="203100"/>
                  </a:lnTo>
                  <a:lnTo>
                    <a:pt x="180380" y="207554"/>
                  </a:lnTo>
                  <a:lnTo>
                    <a:pt x="189649" y="207554"/>
                  </a:lnTo>
                  <a:lnTo>
                    <a:pt x="189594" y="208263"/>
                  </a:lnTo>
                  <a:lnTo>
                    <a:pt x="189475" y="209808"/>
                  </a:lnTo>
                  <a:lnTo>
                    <a:pt x="189388" y="210932"/>
                  </a:lnTo>
                  <a:lnTo>
                    <a:pt x="198680" y="210932"/>
                  </a:lnTo>
                  <a:lnTo>
                    <a:pt x="199027" y="214355"/>
                  </a:lnTo>
                  <a:lnTo>
                    <a:pt x="210451" y="214355"/>
                  </a:lnTo>
                  <a:lnTo>
                    <a:pt x="211000" y="215380"/>
                  </a:lnTo>
                  <a:lnTo>
                    <a:pt x="211122" y="215608"/>
                  </a:lnTo>
                  <a:lnTo>
                    <a:pt x="280981" y="215608"/>
                  </a:lnTo>
                  <a:lnTo>
                    <a:pt x="276010" y="221467"/>
                  </a:lnTo>
                  <a:lnTo>
                    <a:pt x="262821" y="232717"/>
                  </a:lnTo>
                  <a:lnTo>
                    <a:pt x="248189" y="241553"/>
                  </a:lnTo>
                  <a:lnTo>
                    <a:pt x="233182" y="247557"/>
                  </a:lnTo>
                  <a:lnTo>
                    <a:pt x="217179" y="251208"/>
                  </a:lnTo>
                  <a:lnTo>
                    <a:pt x="200910" y="252048"/>
                  </a:lnTo>
                  <a:close/>
                </a:path>
                <a:path extrusionOk="0" h="252094" w="299719">
                  <a:moveTo>
                    <a:pt x="186636" y="124487"/>
                  </a:moveTo>
                  <a:lnTo>
                    <a:pt x="129048" y="124487"/>
                  </a:lnTo>
                  <a:lnTo>
                    <a:pt x="137077" y="109225"/>
                  </a:lnTo>
                  <a:lnTo>
                    <a:pt x="186052" y="82418"/>
                  </a:lnTo>
                  <a:lnTo>
                    <a:pt x="213773" y="76253"/>
                  </a:lnTo>
                  <a:lnTo>
                    <a:pt x="224572" y="77763"/>
                  </a:lnTo>
                  <a:lnTo>
                    <a:pt x="263600" y="96988"/>
                  </a:lnTo>
                  <a:lnTo>
                    <a:pt x="282297" y="115619"/>
                  </a:lnTo>
                  <a:lnTo>
                    <a:pt x="211020" y="115619"/>
                  </a:lnTo>
                  <a:lnTo>
                    <a:pt x="210405" y="116743"/>
                  </a:lnTo>
                  <a:lnTo>
                    <a:pt x="199802" y="116743"/>
                  </a:lnTo>
                  <a:lnTo>
                    <a:pt x="200010" y="116987"/>
                  </a:lnTo>
                  <a:lnTo>
                    <a:pt x="197002" y="122170"/>
                  </a:lnTo>
                  <a:lnTo>
                    <a:pt x="187169" y="122170"/>
                  </a:lnTo>
                  <a:lnTo>
                    <a:pt x="186676" y="124313"/>
                  </a:lnTo>
                  <a:lnTo>
                    <a:pt x="186636" y="124487"/>
                  </a:lnTo>
                  <a:close/>
                </a:path>
                <a:path extrusionOk="0" h="252094" w="299719">
                  <a:moveTo>
                    <a:pt x="216110" y="124785"/>
                  </a:moveTo>
                  <a:lnTo>
                    <a:pt x="215905" y="124487"/>
                  </a:lnTo>
                  <a:lnTo>
                    <a:pt x="211020" y="115619"/>
                  </a:lnTo>
                  <a:lnTo>
                    <a:pt x="282297" y="115619"/>
                  </a:lnTo>
                  <a:lnTo>
                    <a:pt x="282482" y="115869"/>
                  </a:lnTo>
                  <a:lnTo>
                    <a:pt x="222229" y="115869"/>
                  </a:lnTo>
                  <a:lnTo>
                    <a:pt x="216110" y="124785"/>
                  </a:lnTo>
                  <a:close/>
                </a:path>
                <a:path extrusionOk="0" h="252094" w="299719">
                  <a:moveTo>
                    <a:pt x="224716" y="126898"/>
                  </a:moveTo>
                  <a:lnTo>
                    <a:pt x="222229" y="115869"/>
                  </a:lnTo>
                  <a:lnTo>
                    <a:pt x="282482" y="115869"/>
                  </a:lnTo>
                  <a:lnTo>
                    <a:pt x="284766" y="118961"/>
                  </a:lnTo>
                  <a:lnTo>
                    <a:pt x="232307" y="118961"/>
                  </a:lnTo>
                  <a:lnTo>
                    <a:pt x="224716" y="126898"/>
                  </a:lnTo>
                  <a:close/>
                </a:path>
                <a:path extrusionOk="0" h="252094" w="299719">
                  <a:moveTo>
                    <a:pt x="200010" y="116987"/>
                  </a:moveTo>
                  <a:lnTo>
                    <a:pt x="199802" y="116743"/>
                  </a:lnTo>
                  <a:lnTo>
                    <a:pt x="200152" y="116743"/>
                  </a:lnTo>
                  <a:lnTo>
                    <a:pt x="200010" y="116987"/>
                  </a:lnTo>
                  <a:close/>
                </a:path>
                <a:path extrusionOk="0" h="252094" w="299719">
                  <a:moveTo>
                    <a:pt x="206261" y="124313"/>
                  </a:moveTo>
                  <a:lnTo>
                    <a:pt x="200010" y="116987"/>
                  </a:lnTo>
                  <a:lnTo>
                    <a:pt x="200152" y="116743"/>
                  </a:lnTo>
                  <a:lnTo>
                    <a:pt x="210405" y="116743"/>
                  </a:lnTo>
                  <a:lnTo>
                    <a:pt x="206261" y="124313"/>
                  </a:lnTo>
                  <a:close/>
                </a:path>
                <a:path extrusionOk="0" h="252094" w="299719">
                  <a:moveTo>
                    <a:pt x="232772" y="130433"/>
                  </a:moveTo>
                  <a:lnTo>
                    <a:pt x="232742" y="129683"/>
                  </a:lnTo>
                  <a:lnTo>
                    <a:pt x="232629" y="126898"/>
                  </a:lnTo>
                  <a:lnTo>
                    <a:pt x="232543" y="124785"/>
                  </a:lnTo>
                  <a:lnTo>
                    <a:pt x="232437" y="122170"/>
                  </a:lnTo>
                  <a:lnTo>
                    <a:pt x="232346" y="119917"/>
                  </a:lnTo>
                  <a:lnTo>
                    <a:pt x="232307" y="118961"/>
                  </a:lnTo>
                  <a:lnTo>
                    <a:pt x="284766" y="118961"/>
                  </a:lnTo>
                  <a:lnTo>
                    <a:pt x="285472" y="119917"/>
                  </a:lnTo>
                  <a:lnTo>
                    <a:pt x="288070" y="124785"/>
                  </a:lnTo>
                  <a:lnTo>
                    <a:pt x="241673" y="124785"/>
                  </a:lnTo>
                  <a:lnTo>
                    <a:pt x="232772" y="130433"/>
                  </a:lnTo>
                  <a:close/>
                </a:path>
                <a:path extrusionOk="0" h="252094" w="299719">
                  <a:moveTo>
                    <a:pt x="194258" y="126898"/>
                  </a:moveTo>
                  <a:lnTo>
                    <a:pt x="191052" y="124785"/>
                  </a:lnTo>
                  <a:lnTo>
                    <a:pt x="187169" y="122170"/>
                  </a:lnTo>
                  <a:lnTo>
                    <a:pt x="197002" y="122170"/>
                  </a:lnTo>
                  <a:lnTo>
                    <a:pt x="194258" y="126898"/>
                  </a:lnTo>
                  <a:close/>
                </a:path>
                <a:path extrusionOk="0" h="252094" w="299719">
                  <a:moveTo>
                    <a:pt x="291541" y="131942"/>
                  </a:moveTo>
                  <a:lnTo>
                    <a:pt x="240103" y="131942"/>
                  </a:lnTo>
                  <a:lnTo>
                    <a:pt x="241673" y="124785"/>
                  </a:lnTo>
                  <a:lnTo>
                    <a:pt x="288070" y="124785"/>
                  </a:lnTo>
                  <a:lnTo>
                    <a:pt x="290683" y="129683"/>
                  </a:lnTo>
                  <a:lnTo>
                    <a:pt x="291541" y="131942"/>
                  </a:lnTo>
                  <a:close/>
                </a:path>
                <a:path extrusionOk="0" h="252094" w="299719">
                  <a:moveTo>
                    <a:pt x="185062" y="131336"/>
                  </a:moveTo>
                  <a:lnTo>
                    <a:pt x="175681" y="129683"/>
                  </a:lnTo>
                  <a:lnTo>
                    <a:pt x="185442" y="129683"/>
                  </a:lnTo>
                  <a:lnTo>
                    <a:pt x="185062" y="131336"/>
                  </a:lnTo>
                  <a:close/>
                </a:path>
                <a:path extrusionOk="0" h="252094" w="299719">
                  <a:moveTo>
                    <a:pt x="247807" y="135773"/>
                  </a:moveTo>
                  <a:lnTo>
                    <a:pt x="239263" y="135773"/>
                  </a:lnTo>
                  <a:lnTo>
                    <a:pt x="249165" y="131942"/>
                  </a:lnTo>
                  <a:lnTo>
                    <a:pt x="247807" y="135773"/>
                  </a:lnTo>
                  <a:close/>
                </a:path>
                <a:path extrusionOk="0" h="252094" w="299719">
                  <a:moveTo>
                    <a:pt x="245636" y="141897"/>
                  </a:moveTo>
                  <a:lnTo>
                    <a:pt x="247807" y="135773"/>
                  </a:lnTo>
                  <a:lnTo>
                    <a:pt x="292978" y="135773"/>
                  </a:lnTo>
                  <a:lnTo>
                    <a:pt x="294239" y="139138"/>
                  </a:lnTo>
                  <a:lnTo>
                    <a:pt x="255826" y="139138"/>
                  </a:lnTo>
                  <a:lnTo>
                    <a:pt x="245636" y="141897"/>
                  </a:lnTo>
                  <a:close/>
                </a:path>
                <a:path extrusionOk="0" h="252094" w="299719">
                  <a:moveTo>
                    <a:pt x="249027" y="149372"/>
                  </a:moveTo>
                  <a:lnTo>
                    <a:pt x="255826" y="139138"/>
                  </a:lnTo>
                  <a:lnTo>
                    <a:pt x="294239" y="139138"/>
                  </a:lnTo>
                  <a:lnTo>
                    <a:pt x="294667" y="140280"/>
                  </a:lnTo>
                  <a:lnTo>
                    <a:pt x="296808" y="148794"/>
                  </a:lnTo>
                  <a:lnTo>
                    <a:pt x="259480" y="148794"/>
                  </a:lnTo>
                  <a:lnTo>
                    <a:pt x="249027" y="149372"/>
                  </a:lnTo>
                  <a:close/>
                </a:path>
                <a:path extrusionOk="0" h="252094" w="299719">
                  <a:moveTo>
                    <a:pt x="298225" y="186770"/>
                  </a:moveTo>
                  <a:lnTo>
                    <a:pt x="258475" y="186770"/>
                  </a:lnTo>
                  <a:lnTo>
                    <a:pt x="249917" y="178841"/>
                  </a:lnTo>
                  <a:lnTo>
                    <a:pt x="262305" y="174597"/>
                  </a:lnTo>
                  <a:lnTo>
                    <a:pt x="251792" y="170669"/>
                  </a:lnTo>
                  <a:lnTo>
                    <a:pt x="263743" y="166794"/>
                  </a:lnTo>
                  <a:lnTo>
                    <a:pt x="252794" y="164414"/>
                  </a:lnTo>
                  <a:lnTo>
                    <a:pt x="263689" y="158193"/>
                  </a:lnTo>
                  <a:lnTo>
                    <a:pt x="251672" y="156504"/>
                  </a:lnTo>
                  <a:lnTo>
                    <a:pt x="259480" y="148794"/>
                  </a:lnTo>
                  <a:lnTo>
                    <a:pt x="296808" y="148794"/>
                  </a:lnTo>
                  <a:lnTo>
                    <a:pt x="297418" y="151217"/>
                  </a:lnTo>
                  <a:lnTo>
                    <a:pt x="299084" y="162299"/>
                  </a:lnTo>
                  <a:lnTo>
                    <a:pt x="299242" y="164414"/>
                  </a:lnTo>
                  <a:lnTo>
                    <a:pt x="299302" y="165208"/>
                  </a:lnTo>
                  <a:lnTo>
                    <a:pt x="299420" y="166794"/>
                  </a:lnTo>
                  <a:lnTo>
                    <a:pt x="299500" y="178841"/>
                  </a:lnTo>
                  <a:lnTo>
                    <a:pt x="298437" y="186151"/>
                  </a:lnTo>
                  <a:lnTo>
                    <a:pt x="298325" y="186479"/>
                  </a:lnTo>
                  <a:lnTo>
                    <a:pt x="298225" y="186770"/>
                  </a:lnTo>
                  <a:close/>
                </a:path>
                <a:path extrusionOk="0" h="252094" w="299719">
                  <a:moveTo>
                    <a:pt x="294580" y="195791"/>
                  </a:moveTo>
                  <a:lnTo>
                    <a:pt x="254204" y="195791"/>
                  </a:lnTo>
                  <a:lnTo>
                    <a:pt x="245502" y="186479"/>
                  </a:lnTo>
                  <a:lnTo>
                    <a:pt x="258475" y="186770"/>
                  </a:lnTo>
                  <a:lnTo>
                    <a:pt x="298225" y="186770"/>
                  </a:lnTo>
                  <a:lnTo>
                    <a:pt x="295894" y="193566"/>
                  </a:lnTo>
                  <a:lnTo>
                    <a:pt x="294580" y="195791"/>
                  </a:lnTo>
                  <a:close/>
                </a:path>
                <a:path extrusionOk="0" h="252094" w="299719">
                  <a:moveTo>
                    <a:pt x="289563" y="204286"/>
                  </a:moveTo>
                  <a:lnTo>
                    <a:pt x="246736" y="204286"/>
                  </a:lnTo>
                  <a:lnTo>
                    <a:pt x="241066" y="192596"/>
                  </a:lnTo>
                  <a:lnTo>
                    <a:pt x="254204" y="195791"/>
                  </a:lnTo>
                  <a:lnTo>
                    <a:pt x="294580" y="195791"/>
                  </a:lnTo>
                  <a:lnTo>
                    <a:pt x="289563" y="204286"/>
                  </a:lnTo>
                  <a:close/>
                </a:path>
                <a:path extrusionOk="0" h="252094" w="299719">
                  <a:moveTo>
                    <a:pt x="178069" y="197269"/>
                  </a:moveTo>
                  <a:lnTo>
                    <a:pt x="168256" y="197269"/>
                  </a:lnTo>
                  <a:lnTo>
                    <a:pt x="180039" y="193566"/>
                  </a:lnTo>
                  <a:lnTo>
                    <a:pt x="179876" y="193566"/>
                  </a:lnTo>
                  <a:lnTo>
                    <a:pt x="178069" y="197269"/>
                  </a:lnTo>
                  <a:close/>
                </a:path>
                <a:path extrusionOk="0" h="252094" w="299719">
                  <a:moveTo>
                    <a:pt x="182365" y="203100"/>
                  </a:moveTo>
                  <a:lnTo>
                    <a:pt x="175223" y="203100"/>
                  </a:lnTo>
                  <a:lnTo>
                    <a:pt x="184843" y="197541"/>
                  </a:lnTo>
                  <a:lnTo>
                    <a:pt x="182365" y="203100"/>
                  </a:lnTo>
                  <a:close/>
                </a:path>
                <a:path extrusionOk="0" h="252094" w="299719">
                  <a:moveTo>
                    <a:pt x="285904" y="209808"/>
                  </a:moveTo>
                  <a:lnTo>
                    <a:pt x="237236" y="209808"/>
                  </a:lnTo>
                  <a:lnTo>
                    <a:pt x="234774" y="198301"/>
                  </a:lnTo>
                  <a:lnTo>
                    <a:pt x="234672" y="197823"/>
                  </a:lnTo>
                  <a:lnTo>
                    <a:pt x="246565" y="204286"/>
                  </a:lnTo>
                  <a:lnTo>
                    <a:pt x="289563" y="204286"/>
                  </a:lnTo>
                  <a:lnTo>
                    <a:pt x="287215" y="208263"/>
                  </a:lnTo>
                  <a:lnTo>
                    <a:pt x="285904" y="209808"/>
                  </a:lnTo>
                  <a:close/>
                </a:path>
                <a:path extrusionOk="0" h="252094" w="299719">
                  <a:moveTo>
                    <a:pt x="189649" y="207554"/>
                  </a:moveTo>
                  <a:lnTo>
                    <a:pt x="180380" y="207554"/>
                  </a:lnTo>
                  <a:lnTo>
                    <a:pt x="190200" y="200423"/>
                  </a:lnTo>
                  <a:lnTo>
                    <a:pt x="189649" y="207554"/>
                  </a:lnTo>
                  <a:close/>
                </a:path>
                <a:path extrusionOk="0" h="252094" w="299719">
                  <a:moveTo>
                    <a:pt x="283238" y="212949"/>
                  </a:moveTo>
                  <a:lnTo>
                    <a:pt x="228759" y="212949"/>
                  </a:lnTo>
                  <a:lnTo>
                    <a:pt x="227692" y="201375"/>
                  </a:lnTo>
                  <a:lnTo>
                    <a:pt x="237236" y="209808"/>
                  </a:lnTo>
                  <a:lnTo>
                    <a:pt x="285904" y="209808"/>
                  </a:lnTo>
                  <a:lnTo>
                    <a:pt x="283238" y="212949"/>
                  </a:lnTo>
                  <a:close/>
                </a:path>
                <a:path extrusionOk="0" h="252094" w="299719">
                  <a:moveTo>
                    <a:pt x="198680" y="210932"/>
                  </a:moveTo>
                  <a:lnTo>
                    <a:pt x="189388" y="210932"/>
                  </a:lnTo>
                  <a:lnTo>
                    <a:pt x="197931" y="203543"/>
                  </a:lnTo>
                  <a:lnTo>
                    <a:pt x="198566" y="209808"/>
                  </a:lnTo>
                  <a:lnTo>
                    <a:pt x="198680" y="210932"/>
                  </a:lnTo>
                  <a:close/>
                </a:path>
                <a:path extrusionOk="0" h="252094" w="299719">
                  <a:moveTo>
                    <a:pt x="281175" y="215380"/>
                  </a:moveTo>
                  <a:lnTo>
                    <a:pt x="220170" y="215380"/>
                  </a:lnTo>
                  <a:lnTo>
                    <a:pt x="220203" y="214355"/>
                  </a:lnTo>
                  <a:lnTo>
                    <a:pt x="220311" y="210932"/>
                  </a:lnTo>
                  <a:lnTo>
                    <a:pt x="220395" y="208263"/>
                  </a:lnTo>
                  <a:lnTo>
                    <a:pt x="220520" y="204286"/>
                  </a:lnTo>
                  <a:lnTo>
                    <a:pt x="228759" y="212949"/>
                  </a:lnTo>
                  <a:lnTo>
                    <a:pt x="283238" y="212949"/>
                  </a:lnTo>
                  <a:lnTo>
                    <a:pt x="281175" y="215380"/>
                  </a:lnTo>
                  <a:close/>
                </a:path>
                <a:path extrusionOk="0" h="252094" w="299719">
                  <a:moveTo>
                    <a:pt x="210451" y="214355"/>
                  </a:moveTo>
                  <a:lnTo>
                    <a:pt x="199027" y="214355"/>
                  </a:lnTo>
                  <a:lnTo>
                    <a:pt x="205707" y="205489"/>
                  </a:lnTo>
                  <a:lnTo>
                    <a:pt x="210451" y="214355"/>
                  </a:lnTo>
                  <a:close/>
                </a:path>
                <a:path extrusionOk="0" h="252094" w="299719">
                  <a:moveTo>
                    <a:pt x="280981" y="215608"/>
                  </a:moveTo>
                  <a:lnTo>
                    <a:pt x="211122" y="215608"/>
                  </a:lnTo>
                  <a:lnTo>
                    <a:pt x="213109" y="205659"/>
                  </a:lnTo>
                  <a:lnTo>
                    <a:pt x="220170" y="215380"/>
                  </a:lnTo>
                  <a:lnTo>
                    <a:pt x="281175" y="215380"/>
                  </a:lnTo>
                  <a:lnTo>
                    <a:pt x="280981" y="215608"/>
                  </a:lnTo>
                  <a:close/>
                </a:path>
              </a:pathLst>
            </a:custGeom>
            <a:solidFill>
              <a:srgbClr val="898989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3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00527" y="2398775"/>
              <a:ext cx="295655" cy="158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8"/>
            <p:cNvSpPr/>
            <p:nvPr/>
          </p:nvSpPr>
          <p:spPr>
            <a:xfrm>
              <a:off x="1514491" y="1724521"/>
              <a:ext cx="1512570" cy="970915"/>
            </a:xfrm>
            <a:custGeom>
              <a:rect b="b" l="l" r="r" t="t"/>
              <a:pathLst>
                <a:path extrusionOk="0" h="970914" w="1512570">
                  <a:moveTo>
                    <a:pt x="1183380" y="180309"/>
                  </a:moveTo>
                  <a:lnTo>
                    <a:pt x="1404654" y="180309"/>
                  </a:lnTo>
                  <a:lnTo>
                    <a:pt x="1399487" y="176941"/>
                  </a:lnTo>
                  <a:lnTo>
                    <a:pt x="1387369" y="168380"/>
                  </a:lnTo>
                  <a:lnTo>
                    <a:pt x="1355450" y="129174"/>
                  </a:lnTo>
                  <a:lnTo>
                    <a:pt x="1346086" y="88944"/>
                  </a:lnTo>
                  <a:lnTo>
                    <a:pt x="1345997" y="88410"/>
                  </a:lnTo>
                  <a:lnTo>
                    <a:pt x="1350801" y="84334"/>
                  </a:lnTo>
                  <a:lnTo>
                    <a:pt x="1390976" y="52573"/>
                  </a:lnTo>
                  <a:lnTo>
                    <a:pt x="1424686" y="32235"/>
                  </a:lnTo>
                  <a:lnTo>
                    <a:pt x="1445715" y="20629"/>
                  </a:lnTo>
                  <a:lnTo>
                    <a:pt x="1440047" y="17817"/>
                  </a:lnTo>
                  <a:lnTo>
                    <a:pt x="1426610" y="11655"/>
                  </a:lnTo>
                  <a:lnTo>
                    <a:pt x="1409855" y="5094"/>
                  </a:lnTo>
                  <a:lnTo>
                    <a:pt x="1394232" y="1082"/>
                  </a:lnTo>
                  <a:lnTo>
                    <a:pt x="1388721" y="370"/>
                  </a:lnTo>
                  <a:lnTo>
                    <a:pt x="1388372" y="370"/>
                  </a:lnTo>
                  <a:lnTo>
                    <a:pt x="1383104" y="0"/>
                  </a:lnTo>
                  <a:lnTo>
                    <a:pt x="1378822" y="0"/>
                  </a:lnTo>
                  <a:lnTo>
                    <a:pt x="1367083" y="370"/>
                  </a:lnTo>
                  <a:lnTo>
                    <a:pt x="1310633" y="17008"/>
                  </a:lnTo>
                  <a:lnTo>
                    <a:pt x="1269917" y="43592"/>
                  </a:lnTo>
                  <a:lnTo>
                    <a:pt x="1246204" y="74231"/>
                  </a:lnTo>
                  <a:lnTo>
                    <a:pt x="1238087" y="104090"/>
                  </a:lnTo>
                  <a:lnTo>
                    <a:pt x="1232948" y="118571"/>
                  </a:lnTo>
                  <a:lnTo>
                    <a:pt x="1224324" y="134416"/>
                  </a:lnTo>
                  <a:lnTo>
                    <a:pt x="1213857" y="151422"/>
                  </a:lnTo>
                  <a:lnTo>
                    <a:pt x="1205026" y="164996"/>
                  </a:lnTo>
                  <a:lnTo>
                    <a:pt x="1201309" y="170541"/>
                  </a:lnTo>
                  <a:lnTo>
                    <a:pt x="1183380" y="180309"/>
                  </a:lnTo>
                  <a:close/>
                </a:path>
                <a:path extrusionOk="0" h="970914" w="1512570">
                  <a:moveTo>
                    <a:pt x="1393867" y="275897"/>
                  </a:moveTo>
                  <a:lnTo>
                    <a:pt x="1415319" y="272870"/>
                  </a:lnTo>
                  <a:lnTo>
                    <a:pt x="1415158" y="272870"/>
                  </a:lnTo>
                  <a:lnTo>
                    <a:pt x="1433566" y="263910"/>
                  </a:lnTo>
                  <a:lnTo>
                    <a:pt x="1467170" y="238916"/>
                  </a:lnTo>
                  <a:lnTo>
                    <a:pt x="1501900" y="195441"/>
                  </a:lnTo>
                  <a:lnTo>
                    <a:pt x="1512269" y="158747"/>
                  </a:lnTo>
                  <a:lnTo>
                    <a:pt x="1511101" y="137598"/>
                  </a:lnTo>
                  <a:lnTo>
                    <a:pt x="1508854" y="120326"/>
                  </a:lnTo>
                  <a:lnTo>
                    <a:pt x="1507636" y="113180"/>
                  </a:lnTo>
                  <a:lnTo>
                    <a:pt x="1487045" y="128357"/>
                  </a:lnTo>
                  <a:lnTo>
                    <a:pt x="1468860" y="141389"/>
                  </a:lnTo>
                  <a:lnTo>
                    <a:pt x="1452128" y="152770"/>
                  </a:lnTo>
                  <a:lnTo>
                    <a:pt x="1438224" y="161255"/>
                  </a:lnTo>
                  <a:lnTo>
                    <a:pt x="1422625" y="170257"/>
                  </a:lnTo>
                  <a:lnTo>
                    <a:pt x="1404654" y="180309"/>
                  </a:lnTo>
                  <a:lnTo>
                    <a:pt x="1183380" y="180309"/>
                  </a:lnTo>
                  <a:lnTo>
                    <a:pt x="1026042" y="266026"/>
                  </a:lnTo>
                  <a:lnTo>
                    <a:pt x="1304912" y="266026"/>
                  </a:lnTo>
                  <a:lnTo>
                    <a:pt x="1316001" y="266476"/>
                  </a:lnTo>
                  <a:lnTo>
                    <a:pt x="1328193" y="268897"/>
                  </a:lnTo>
                  <a:lnTo>
                    <a:pt x="1338039" y="271594"/>
                  </a:lnTo>
                  <a:lnTo>
                    <a:pt x="1342088" y="272870"/>
                  </a:lnTo>
                  <a:lnTo>
                    <a:pt x="1350222" y="273875"/>
                  </a:lnTo>
                  <a:lnTo>
                    <a:pt x="1369863" y="275553"/>
                  </a:lnTo>
                  <a:lnTo>
                    <a:pt x="1393867" y="275897"/>
                  </a:lnTo>
                  <a:close/>
                </a:path>
                <a:path extrusionOk="0" h="970914" w="1512570">
                  <a:moveTo>
                    <a:pt x="113728" y="970554"/>
                  </a:moveTo>
                  <a:lnTo>
                    <a:pt x="154185" y="959627"/>
                  </a:lnTo>
                  <a:lnTo>
                    <a:pt x="189110" y="925179"/>
                  </a:lnTo>
                  <a:lnTo>
                    <a:pt x="206296" y="894288"/>
                  </a:lnTo>
                  <a:lnTo>
                    <a:pt x="211935" y="882591"/>
                  </a:lnTo>
                  <a:lnTo>
                    <a:pt x="241467" y="845957"/>
                  </a:lnTo>
                  <a:lnTo>
                    <a:pt x="284498" y="821591"/>
                  </a:lnTo>
                  <a:lnTo>
                    <a:pt x="525465" y="691575"/>
                  </a:lnTo>
                  <a:lnTo>
                    <a:pt x="1091212" y="393663"/>
                  </a:lnTo>
                  <a:lnTo>
                    <a:pt x="1275174" y="279143"/>
                  </a:lnTo>
                  <a:lnTo>
                    <a:pt x="1278308" y="277271"/>
                  </a:lnTo>
                  <a:lnTo>
                    <a:pt x="1286008" y="273058"/>
                  </a:lnTo>
                  <a:lnTo>
                    <a:pt x="1295726" y="268608"/>
                  </a:lnTo>
                  <a:lnTo>
                    <a:pt x="1304912" y="266026"/>
                  </a:lnTo>
                  <a:lnTo>
                    <a:pt x="1026042" y="266026"/>
                  </a:lnTo>
                  <a:lnTo>
                    <a:pt x="299267" y="661970"/>
                  </a:lnTo>
                  <a:lnTo>
                    <a:pt x="146976" y="762960"/>
                  </a:lnTo>
                  <a:lnTo>
                    <a:pt x="87206" y="762960"/>
                  </a:lnTo>
                  <a:lnTo>
                    <a:pt x="39837" y="782374"/>
                  </a:lnTo>
                  <a:lnTo>
                    <a:pt x="12011" y="814424"/>
                  </a:lnTo>
                  <a:lnTo>
                    <a:pt x="112532" y="814424"/>
                  </a:lnTo>
                  <a:lnTo>
                    <a:pt x="114404" y="817689"/>
                  </a:lnTo>
                  <a:lnTo>
                    <a:pt x="126803" y="817689"/>
                  </a:lnTo>
                  <a:lnTo>
                    <a:pt x="126917" y="821591"/>
                  </a:lnTo>
                  <a:lnTo>
                    <a:pt x="126973" y="823510"/>
                  </a:lnTo>
                  <a:lnTo>
                    <a:pt x="136311" y="823510"/>
                  </a:lnTo>
                  <a:lnTo>
                    <a:pt x="135396" y="831049"/>
                  </a:lnTo>
                  <a:lnTo>
                    <a:pt x="135324" y="831645"/>
                  </a:lnTo>
                  <a:lnTo>
                    <a:pt x="146981" y="831645"/>
                  </a:lnTo>
                  <a:lnTo>
                    <a:pt x="142540" y="839632"/>
                  </a:lnTo>
                  <a:lnTo>
                    <a:pt x="154338" y="840046"/>
                  </a:lnTo>
                  <a:lnTo>
                    <a:pt x="146987" y="847566"/>
                  </a:lnTo>
                  <a:lnTo>
                    <a:pt x="158593" y="848287"/>
                  </a:lnTo>
                  <a:lnTo>
                    <a:pt x="149291" y="854355"/>
                  </a:lnTo>
                  <a:lnTo>
                    <a:pt x="159930" y="856421"/>
                  </a:lnTo>
                  <a:lnTo>
                    <a:pt x="150321" y="861375"/>
                  </a:lnTo>
                  <a:lnTo>
                    <a:pt x="160959" y="863548"/>
                  </a:lnTo>
                  <a:lnTo>
                    <a:pt x="149575" y="867222"/>
                  </a:lnTo>
                  <a:lnTo>
                    <a:pt x="159845" y="869370"/>
                  </a:lnTo>
                  <a:lnTo>
                    <a:pt x="148921" y="872358"/>
                  </a:lnTo>
                  <a:lnTo>
                    <a:pt x="158247" y="876650"/>
                  </a:lnTo>
                  <a:lnTo>
                    <a:pt x="147401" y="877687"/>
                  </a:lnTo>
                  <a:lnTo>
                    <a:pt x="153907" y="883909"/>
                  </a:lnTo>
                  <a:lnTo>
                    <a:pt x="143684" y="884484"/>
                  </a:lnTo>
                  <a:lnTo>
                    <a:pt x="149222" y="890890"/>
                  </a:lnTo>
                  <a:lnTo>
                    <a:pt x="140868" y="890890"/>
                  </a:lnTo>
                  <a:lnTo>
                    <a:pt x="146081" y="897143"/>
                  </a:lnTo>
                  <a:lnTo>
                    <a:pt x="137257" y="897143"/>
                  </a:lnTo>
                  <a:lnTo>
                    <a:pt x="140435" y="903848"/>
                  </a:lnTo>
                  <a:lnTo>
                    <a:pt x="131786" y="903848"/>
                  </a:lnTo>
                  <a:lnTo>
                    <a:pt x="132924" y="908119"/>
                  </a:lnTo>
                  <a:lnTo>
                    <a:pt x="123817" y="908119"/>
                  </a:lnTo>
                  <a:lnTo>
                    <a:pt x="123706" y="911636"/>
                  </a:lnTo>
                  <a:lnTo>
                    <a:pt x="113102" y="911636"/>
                  </a:lnTo>
                  <a:lnTo>
                    <a:pt x="112063" y="914439"/>
                  </a:lnTo>
                  <a:lnTo>
                    <a:pt x="102040" y="914439"/>
                  </a:lnTo>
                  <a:lnTo>
                    <a:pt x="101602" y="915275"/>
                  </a:lnTo>
                  <a:lnTo>
                    <a:pt x="10463" y="915275"/>
                  </a:lnTo>
                  <a:lnTo>
                    <a:pt x="13756" y="920563"/>
                  </a:lnTo>
                  <a:lnTo>
                    <a:pt x="42217" y="948161"/>
                  </a:lnTo>
                  <a:lnTo>
                    <a:pt x="76474" y="966630"/>
                  </a:lnTo>
                  <a:lnTo>
                    <a:pt x="103759" y="970353"/>
                  </a:lnTo>
                  <a:lnTo>
                    <a:pt x="113728" y="970554"/>
                  </a:lnTo>
                  <a:close/>
                </a:path>
                <a:path extrusionOk="0" h="970914" w="1512570">
                  <a:moveTo>
                    <a:pt x="87206" y="762960"/>
                  </a:moveTo>
                  <a:lnTo>
                    <a:pt x="146976" y="762960"/>
                  </a:lnTo>
                  <a:lnTo>
                    <a:pt x="141517" y="762165"/>
                  </a:lnTo>
                  <a:lnTo>
                    <a:pt x="128163" y="760679"/>
                  </a:lnTo>
                  <a:lnTo>
                    <a:pt x="111450" y="759853"/>
                  </a:lnTo>
                  <a:lnTo>
                    <a:pt x="95915" y="761034"/>
                  </a:lnTo>
                  <a:lnTo>
                    <a:pt x="87206" y="762960"/>
                  </a:lnTo>
                  <a:close/>
                </a:path>
                <a:path extrusionOk="0" h="970914" w="1512570">
                  <a:moveTo>
                    <a:pt x="105885" y="822540"/>
                  </a:moveTo>
                  <a:lnTo>
                    <a:pt x="112532" y="814424"/>
                  </a:lnTo>
                  <a:lnTo>
                    <a:pt x="12011" y="814424"/>
                  </a:lnTo>
                  <a:lnTo>
                    <a:pt x="11744" y="814832"/>
                  </a:lnTo>
                  <a:lnTo>
                    <a:pt x="11362" y="815627"/>
                  </a:lnTo>
                  <a:lnTo>
                    <a:pt x="100678" y="815627"/>
                  </a:lnTo>
                  <a:lnTo>
                    <a:pt x="105885" y="822540"/>
                  </a:lnTo>
                  <a:close/>
                </a:path>
                <a:path extrusionOk="0" h="970914" w="1512570">
                  <a:moveTo>
                    <a:pt x="97606" y="823645"/>
                  </a:moveTo>
                  <a:lnTo>
                    <a:pt x="100678" y="815627"/>
                  </a:lnTo>
                  <a:lnTo>
                    <a:pt x="11362" y="815627"/>
                  </a:lnTo>
                  <a:lnTo>
                    <a:pt x="10369" y="817689"/>
                  </a:lnTo>
                  <a:lnTo>
                    <a:pt x="10297" y="817838"/>
                  </a:lnTo>
                  <a:lnTo>
                    <a:pt x="89894" y="817838"/>
                  </a:lnTo>
                  <a:lnTo>
                    <a:pt x="97606" y="823645"/>
                  </a:lnTo>
                  <a:close/>
                </a:path>
                <a:path extrusionOk="0" h="970914" w="1512570">
                  <a:moveTo>
                    <a:pt x="117470" y="823035"/>
                  </a:moveTo>
                  <a:lnTo>
                    <a:pt x="126803" y="817689"/>
                  </a:lnTo>
                  <a:lnTo>
                    <a:pt x="114404" y="817689"/>
                  </a:lnTo>
                  <a:lnTo>
                    <a:pt x="117470" y="823035"/>
                  </a:lnTo>
                  <a:close/>
                </a:path>
                <a:path extrusionOk="0" h="970914" w="1512570">
                  <a:moveTo>
                    <a:pt x="88858" y="826218"/>
                  </a:moveTo>
                  <a:lnTo>
                    <a:pt x="89894" y="817838"/>
                  </a:lnTo>
                  <a:lnTo>
                    <a:pt x="10297" y="817838"/>
                  </a:lnTo>
                  <a:lnTo>
                    <a:pt x="8851" y="820841"/>
                  </a:lnTo>
                  <a:lnTo>
                    <a:pt x="81193" y="820841"/>
                  </a:lnTo>
                  <a:lnTo>
                    <a:pt x="88858" y="826218"/>
                  </a:lnTo>
                  <a:close/>
                </a:path>
                <a:path extrusionOk="0" h="970914" w="1512570">
                  <a:moveTo>
                    <a:pt x="74863" y="836956"/>
                  </a:moveTo>
                  <a:lnTo>
                    <a:pt x="71936" y="828276"/>
                  </a:lnTo>
                  <a:lnTo>
                    <a:pt x="81388" y="828276"/>
                  </a:lnTo>
                  <a:lnTo>
                    <a:pt x="81266" y="823645"/>
                  </a:lnTo>
                  <a:lnTo>
                    <a:pt x="81193" y="820841"/>
                  </a:lnTo>
                  <a:lnTo>
                    <a:pt x="8851" y="820841"/>
                  </a:lnTo>
                  <a:lnTo>
                    <a:pt x="5529" y="827741"/>
                  </a:lnTo>
                  <a:lnTo>
                    <a:pt x="5418" y="828102"/>
                  </a:lnTo>
                  <a:lnTo>
                    <a:pt x="5364" y="828276"/>
                  </a:lnTo>
                  <a:lnTo>
                    <a:pt x="71936" y="828276"/>
                  </a:lnTo>
                  <a:lnTo>
                    <a:pt x="81461" y="831049"/>
                  </a:lnTo>
                  <a:lnTo>
                    <a:pt x="4512" y="831049"/>
                  </a:lnTo>
                  <a:lnTo>
                    <a:pt x="3230" y="835220"/>
                  </a:lnTo>
                  <a:lnTo>
                    <a:pt x="65769" y="835220"/>
                  </a:lnTo>
                  <a:lnTo>
                    <a:pt x="74863" y="836956"/>
                  </a:lnTo>
                  <a:close/>
                </a:path>
                <a:path extrusionOk="0" h="970914" w="1512570">
                  <a:moveTo>
                    <a:pt x="127052" y="826218"/>
                  </a:moveTo>
                  <a:lnTo>
                    <a:pt x="127421" y="826218"/>
                  </a:lnTo>
                  <a:lnTo>
                    <a:pt x="136311" y="823510"/>
                  </a:lnTo>
                  <a:lnTo>
                    <a:pt x="126973" y="823510"/>
                  </a:lnTo>
                  <a:lnTo>
                    <a:pt x="127052" y="826218"/>
                  </a:lnTo>
                  <a:close/>
                </a:path>
                <a:path extrusionOk="0" h="970914" w="1512570">
                  <a:moveTo>
                    <a:pt x="135220" y="832497"/>
                  </a:moveTo>
                  <a:lnTo>
                    <a:pt x="146981" y="831645"/>
                  </a:lnTo>
                  <a:lnTo>
                    <a:pt x="135324" y="831645"/>
                  </a:lnTo>
                  <a:lnTo>
                    <a:pt x="135220" y="832497"/>
                  </a:lnTo>
                  <a:close/>
                </a:path>
                <a:path extrusionOk="0" h="970914" w="1512570">
                  <a:moveTo>
                    <a:pt x="70706" y="844194"/>
                  </a:moveTo>
                  <a:lnTo>
                    <a:pt x="65769" y="835220"/>
                  </a:lnTo>
                  <a:lnTo>
                    <a:pt x="3230" y="835220"/>
                  </a:lnTo>
                  <a:lnTo>
                    <a:pt x="2086" y="838942"/>
                  </a:lnTo>
                  <a:lnTo>
                    <a:pt x="1480" y="842833"/>
                  </a:lnTo>
                  <a:lnTo>
                    <a:pt x="59287" y="842833"/>
                  </a:lnTo>
                  <a:lnTo>
                    <a:pt x="70706" y="844194"/>
                  </a:lnTo>
                  <a:close/>
                </a:path>
                <a:path extrusionOk="0" h="970914" w="1512570">
                  <a:moveTo>
                    <a:pt x="1640" y="889430"/>
                  </a:moveTo>
                  <a:lnTo>
                    <a:pt x="61645" y="889430"/>
                  </a:lnTo>
                  <a:lnTo>
                    <a:pt x="69156" y="879545"/>
                  </a:lnTo>
                  <a:lnTo>
                    <a:pt x="56691" y="879200"/>
                  </a:lnTo>
                  <a:lnTo>
                    <a:pt x="66253" y="872610"/>
                  </a:lnTo>
                  <a:lnTo>
                    <a:pt x="54724" y="869153"/>
                  </a:lnTo>
                  <a:lnTo>
                    <a:pt x="64756" y="866051"/>
                  </a:lnTo>
                  <a:lnTo>
                    <a:pt x="55637" y="860959"/>
                  </a:lnTo>
                  <a:lnTo>
                    <a:pt x="65170" y="858816"/>
                  </a:lnTo>
                  <a:lnTo>
                    <a:pt x="57259" y="852418"/>
                  </a:lnTo>
                  <a:lnTo>
                    <a:pt x="66844" y="851450"/>
                  </a:lnTo>
                  <a:lnTo>
                    <a:pt x="59287" y="842833"/>
                  </a:lnTo>
                  <a:lnTo>
                    <a:pt x="1480" y="842833"/>
                  </a:lnTo>
                  <a:lnTo>
                    <a:pt x="268" y="850615"/>
                  </a:lnTo>
                  <a:lnTo>
                    <a:pt x="181" y="852418"/>
                  </a:lnTo>
                  <a:lnTo>
                    <a:pt x="88" y="854355"/>
                  </a:lnTo>
                  <a:lnTo>
                    <a:pt x="0" y="874322"/>
                  </a:lnTo>
                  <a:lnTo>
                    <a:pt x="674" y="882591"/>
                  </a:lnTo>
                  <a:lnTo>
                    <a:pt x="796" y="884086"/>
                  </a:lnTo>
                  <a:lnTo>
                    <a:pt x="1640" y="889430"/>
                  </a:lnTo>
                  <a:close/>
                </a:path>
                <a:path extrusionOk="0" h="970914" w="1512570">
                  <a:moveTo>
                    <a:pt x="3362" y="897688"/>
                  </a:moveTo>
                  <a:lnTo>
                    <a:pt x="67389" y="897688"/>
                  </a:lnTo>
                  <a:lnTo>
                    <a:pt x="74733" y="888248"/>
                  </a:lnTo>
                  <a:lnTo>
                    <a:pt x="61645" y="889430"/>
                  </a:lnTo>
                  <a:lnTo>
                    <a:pt x="1640" y="889430"/>
                  </a:lnTo>
                  <a:lnTo>
                    <a:pt x="2228" y="893148"/>
                  </a:lnTo>
                  <a:lnTo>
                    <a:pt x="2331" y="893801"/>
                  </a:lnTo>
                  <a:lnTo>
                    <a:pt x="3362" y="897688"/>
                  </a:lnTo>
                  <a:close/>
                </a:path>
                <a:path extrusionOk="0" h="970914" w="1512570">
                  <a:moveTo>
                    <a:pt x="140868" y="890890"/>
                  </a:moveTo>
                  <a:lnTo>
                    <a:pt x="149222" y="890890"/>
                  </a:lnTo>
                  <a:lnTo>
                    <a:pt x="139958" y="889799"/>
                  </a:lnTo>
                  <a:lnTo>
                    <a:pt x="140868" y="890890"/>
                  </a:lnTo>
                  <a:close/>
                </a:path>
                <a:path extrusionOk="0" h="970914" w="1512570">
                  <a:moveTo>
                    <a:pt x="5311" y="904393"/>
                  </a:moveTo>
                  <a:lnTo>
                    <a:pt x="75945" y="904393"/>
                  </a:lnTo>
                  <a:lnTo>
                    <a:pt x="80485" y="893148"/>
                  </a:lnTo>
                  <a:lnTo>
                    <a:pt x="67389" y="897688"/>
                  </a:lnTo>
                  <a:lnTo>
                    <a:pt x="3362" y="897688"/>
                  </a:lnTo>
                  <a:lnTo>
                    <a:pt x="4762" y="902956"/>
                  </a:lnTo>
                  <a:lnTo>
                    <a:pt x="4847" y="903275"/>
                  </a:lnTo>
                  <a:lnTo>
                    <a:pt x="5311" y="904393"/>
                  </a:lnTo>
                  <a:close/>
                </a:path>
                <a:path extrusionOk="0" h="970914" w="1512570">
                  <a:moveTo>
                    <a:pt x="137257" y="897143"/>
                  </a:moveTo>
                  <a:lnTo>
                    <a:pt x="146081" y="897143"/>
                  </a:lnTo>
                  <a:lnTo>
                    <a:pt x="135673" y="893801"/>
                  </a:lnTo>
                  <a:lnTo>
                    <a:pt x="137257" y="897143"/>
                  </a:lnTo>
                  <a:close/>
                </a:path>
                <a:path extrusionOk="0" h="970914" w="1512570">
                  <a:moveTo>
                    <a:pt x="131786" y="903848"/>
                  </a:moveTo>
                  <a:lnTo>
                    <a:pt x="140435" y="903848"/>
                  </a:lnTo>
                  <a:lnTo>
                    <a:pt x="130227" y="898002"/>
                  </a:lnTo>
                  <a:lnTo>
                    <a:pt x="131786" y="903848"/>
                  </a:lnTo>
                  <a:close/>
                </a:path>
                <a:path extrusionOk="0" h="970914" w="1512570">
                  <a:moveTo>
                    <a:pt x="7208" y="908955"/>
                  </a:moveTo>
                  <a:lnTo>
                    <a:pt x="84831" y="908955"/>
                  </a:lnTo>
                  <a:lnTo>
                    <a:pt x="86027" y="899208"/>
                  </a:lnTo>
                  <a:lnTo>
                    <a:pt x="86145" y="898248"/>
                  </a:lnTo>
                  <a:lnTo>
                    <a:pt x="75945" y="904393"/>
                  </a:lnTo>
                  <a:lnTo>
                    <a:pt x="5311" y="904393"/>
                  </a:lnTo>
                  <a:lnTo>
                    <a:pt x="7208" y="908955"/>
                  </a:lnTo>
                  <a:close/>
                </a:path>
                <a:path extrusionOk="0" h="970914" w="1512570">
                  <a:moveTo>
                    <a:pt x="123817" y="908119"/>
                  </a:moveTo>
                  <a:lnTo>
                    <a:pt x="132924" y="908119"/>
                  </a:lnTo>
                  <a:lnTo>
                    <a:pt x="124052" y="900622"/>
                  </a:lnTo>
                  <a:lnTo>
                    <a:pt x="123934" y="904393"/>
                  </a:lnTo>
                  <a:lnTo>
                    <a:pt x="123817" y="908119"/>
                  </a:lnTo>
                  <a:close/>
                </a:path>
                <a:path extrusionOk="0" h="970914" w="1512570">
                  <a:moveTo>
                    <a:pt x="8578" y="912250"/>
                  </a:moveTo>
                  <a:lnTo>
                    <a:pt x="93737" y="912250"/>
                  </a:lnTo>
                  <a:lnTo>
                    <a:pt x="93625" y="901504"/>
                  </a:lnTo>
                  <a:lnTo>
                    <a:pt x="84831" y="908955"/>
                  </a:lnTo>
                  <a:lnTo>
                    <a:pt x="7208" y="908955"/>
                  </a:lnTo>
                  <a:lnTo>
                    <a:pt x="8578" y="912250"/>
                  </a:lnTo>
                  <a:close/>
                </a:path>
                <a:path extrusionOk="0" h="970914" w="1512570">
                  <a:moveTo>
                    <a:pt x="10463" y="915275"/>
                  </a:moveTo>
                  <a:lnTo>
                    <a:pt x="101602" y="915275"/>
                  </a:lnTo>
                  <a:lnTo>
                    <a:pt x="99532" y="904393"/>
                  </a:lnTo>
                  <a:lnTo>
                    <a:pt x="99429" y="903848"/>
                  </a:lnTo>
                  <a:lnTo>
                    <a:pt x="99320" y="903275"/>
                  </a:lnTo>
                  <a:lnTo>
                    <a:pt x="99259" y="902956"/>
                  </a:lnTo>
                  <a:lnTo>
                    <a:pt x="93737" y="912250"/>
                  </a:lnTo>
                  <a:lnTo>
                    <a:pt x="8578" y="912250"/>
                  </a:lnTo>
                  <a:lnTo>
                    <a:pt x="10463" y="915275"/>
                  </a:lnTo>
                  <a:close/>
                </a:path>
                <a:path extrusionOk="0" h="970914" w="1512570">
                  <a:moveTo>
                    <a:pt x="113102" y="911636"/>
                  </a:moveTo>
                  <a:lnTo>
                    <a:pt x="123706" y="911636"/>
                  </a:lnTo>
                  <a:lnTo>
                    <a:pt x="116018" y="903275"/>
                  </a:lnTo>
                  <a:lnTo>
                    <a:pt x="116201" y="903275"/>
                  </a:lnTo>
                  <a:lnTo>
                    <a:pt x="113102" y="911636"/>
                  </a:lnTo>
                  <a:close/>
                </a:path>
                <a:path extrusionOk="0" h="970914" w="1512570">
                  <a:moveTo>
                    <a:pt x="102040" y="914439"/>
                  </a:moveTo>
                  <a:lnTo>
                    <a:pt x="112063" y="914439"/>
                  </a:lnTo>
                  <a:lnTo>
                    <a:pt x="107187" y="904393"/>
                  </a:lnTo>
                  <a:lnTo>
                    <a:pt x="105346" y="908119"/>
                  </a:lnTo>
                  <a:lnTo>
                    <a:pt x="102040" y="914439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2529389" y="1738397"/>
              <a:ext cx="478790" cy="405130"/>
            </a:xfrm>
            <a:custGeom>
              <a:rect b="b" l="l" r="r" t="t"/>
              <a:pathLst>
                <a:path extrusionOk="0" h="405130" w="478789">
                  <a:moveTo>
                    <a:pt x="13365" y="404696"/>
                  </a:moveTo>
                  <a:lnTo>
                    <a:pt x="153423" y="308993"/>
                  </a:lnTo>
                  <a:lnTo>
                    <a:pt x="178611" y="290985"/>
                  </a:lnTo>
                  <a:lnTo>
                    <a:pt x="203285" y="272722"/>
                  </a:lnTo>
                  <a:lnTo>
                    <a:pt x="226773" y="256195"/>
                  </a:lnTo>
                  <a:lnTo>
                    <a:pt x="261920" y="237670"/>
                  </a:lnTo>
                  <a:lnTo>
                    <a:pt x="295026" y="232937"/>
                  </a:lnTo>
                  <a:lnTo>
                    <a:pt x="306475" y="233254"/>
                  </a:lnTo>
                  <a:lnTo>
                    <a:pt x="331962" y="236360"/>
                  </a:lnTo>
                  <a:lnTo>
                    <a:pt x="354202" y="237785"/>
                  </a:lnTo>
                  <a:lnTo>
                    <a:pt x="395268" y="231245"/>
                  </a:lnTo>
                  <a:lnTo>
                    <a:pt x="432241" y="209374"/>
                  </a:lnTo>
                  <a:lnTo>
                    <a:pt x="462514" y="177192"/>
                  </a:lnTo>
                  <a:lnTo>
                    <a:pt x="478378" y="142002"/>
                  </a:lnTo>
                  <a:lnTo>
                    <a:pt x="476995" y="124950"/>
                  </a:lnTo>
                  <a:lnTo>
                    <a:pt x="391274" y="180254"/>
                  </a:lnTo>
                  <a:lnTo>
                    <a:pt x="379319" y="174950"/>
                  </a:lnTo>
                  <a:lnTo>
                    <a:pt x="345135" y="150703"/>
                  </a:lnTo>
                  <a:lnTo>
                    <a:pt x="321909" y="117237"/>
                  </a:lnTo>
                  <a:lnTo>
                    <a:pt x="315093" y="88319"/>
                  </a:lnTo>
                  <a:lnTo>
                    <a:pt x="316222" y="77258"/>
                  </a:lnTo>
                  <a:lnTo>
                    <a:pt x="318458" y="64577"/>
                  </a:lnTo>
                  <a:lnTo>
                    <a:pt x="382518" y="18951"/>
                  </a:lnTo>
                  <a:lnTo>
                    <a:pt x="386666" y="3282"/>
                  </a:lnTo>
                  <a:lnTo>
                    <a:pt x="368065" y="940"/>
                  </a:lnTo>
                  <a:lnTo>
                    <a:pt x="351870" y="0"/>
                  </a:lnTo>
                  <a:lnTo>
                    <a:pt x="337353" y="977"/>
                  </a:lnTo>
                  <a:lnTo>
                    <a:pt x="288848" y="19590"/>
                  </a:lnTo>
                  <a:lnTo>
                    <a:pt x="260351" y="46218"/>
                  </a:lnTo>
                  <a:lnTo>
                    <a:pt x="241954" y="80246"/>
                  </a:lnTo>
                  <a:lnTo>
                    <a:pt x="203241" y="159515"/>
                  </a:lnTo>
                  <a:lnTo>
                    <a:pt x="0" y="283949"/>
                  </a:lnTo>
                  <a:lnTo>
                    <a:pt x="13365" y="40469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2" name="Google Shape;412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66415" y="1947671"/>
              <a:ext cx="173735" cy="131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3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557271" y="1932431"/>
              <a:ext cx="201167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8"/>
            <p:cNvSpPr/>
            <p:nvPr/>
          </p:nvSpPr>
          <p:spPr>
            <a:xfrm>
              <a:off x="2598519" y="1982712"/>
              <a:ext cx="137160" cy="90170"/>
            </a:xfrm>
            <a:custGeom>
              <a:rect b="b" l="l" r="r" t="t"/>
              <a:pathLst>
                <a:path extrusionOk="0" h="90169" w="137160">
                  <a:moveTo>
                    <a:pt x="8756" y="89868"/>
                  </a:moveTo>
                  <a:lnTo>
                    <a:pt x="136877" y="5991"/>
                  </a:lnTo>
                  <a:lnTo>
                    <a:pt x="133190" y="0"/>
                  </a:lnTo>
                  <a:lnTo>
                    <a:pt x="0" y="88025"/>
                  </a:lnTo>
                  <a:lnTo>
                    <a:pt x="8756" y="8986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5" name="Google Shape;415;p3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612135" y="1862327"/>
              <a:ext cx="405383" cy="216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3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774569" y="1862887"/>
              <a:ext cx="81112" cy="110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8"/>
            <p:cNvSpPr/>
            <p:nvPr/>
          </p:nvSpPr>
          <p:spPr>
            <a:xfrm>
              <a:off x="1532507" y="2422989"/>
              <a:ext cx="299720" cy="252095"/>
            </a:xfrm>
            <a:custGeom>
              <a:rect b="b" l="l" r="r" t="t"/>
              <a:pathLst>
                <a:path extrusionOk="0" h="252094" w="299719">
                  <a:moveTo>
                    <a:pt x="98590" y="252048"/>
                  </a:moveTo>
                  <a:lnTo>
                    <a:pt x="140349" y="235176"/>
                  </a:lnTo>
                  <a:lnTo>
                    <a:pt x="168831" y="198301"/>
                  </a:lnTo>
                  <a:lnTo>
                    <a:pt x="177272" y="165208"/>
                  </a:lnTo>
                  <a:lnTo>
                    <a:pt x="184745" y="150478"/>
                  </a:lnTo>
                  <a:lnTo>
                    <a:pt x="205999" y="130433"/>
                  </a:lnTo>
                  <a:lnTo>
                    <a:pt x="206869" y="129683"/>
                  </a:lnTo>
                  <a:lnTo>
                    <a:pt x="232804" y="113658"/>
                  </a:lnTo>
                  <a:lnTo>
                    <a:pt x="259868" y="98329"/>
                  </a:lnTo>
                  <a:lnTo>
                    <a:pt x="284508" y="80162"/>
                  </a:lnTo>
                  <a:lnTo>
                    <a:pt x="290042" y="75002"/>
                  </a:lnTo>
                  <a:lnTo>
                    <a:pt x="298848" y="62566"/>
                  </a:lnTo>
                  <a:lnTo>
                    <a:pt x="299500" y="0"/>
                  </a:lnTo>
                  <a:lnTo>
                    <a:pt x="298848" y="0"/>
                  </a:lnTo>
                  <a:lnTo>
                    <a:pt x="216074" y="58656"/>
                  </a:lnTo>
                  <a:lnTo>
                    <a:pt x="170572" y="124313"/>
                  </a:lnTo>
                  <a:lnTo>
                    <a:pt x="170451" y="124487"/>
                  </a:lnTo>
                  <a:lnTo>
                    <a:pt x="112864" y="124487"/>
                  </a:lnTo>
                  <a:lnTo>
                    <a:pt x="114058" y="129683"/>
                  </a:lnTo>
                  <a:lnTo>
                    <a:pt x="123819" y="129683"/>
                  </a:lnTo>
                  <a:lnTo>
                    <a:pt x="122491" y="137992"/>
                  </a:lnTo>
                  <a:lnTo>
                    <a:pt x="132767" y="137992"/>
                  </a:lnTo>
                  <a:lnTo>
                    <a:pt x="125993" y="145574"/>
                  </a:lnTo>
                  <a:lnTo>
                    <a:pt x="124952" y="145574"/>
                  </a:lnTo>
                  <a:lnTo>
                    <a:pt x="137969" y="146604"/>
                  </a:lnTo>
                  <a:lnTo>
                    <a:pt x="130627" y="153050"/>
                  </a:lnTo>
                  <a:lnTo>
                    <a:pt x="142986" y="153367"/>
                  </a:lnTo>
                  <a:lnTo>
                    <a:pt x="131536" y="158952"/>
                  </a:lnTo>
                  <a:lnTo>
                    <a:pt x="142724" y="160596"/>
                  </a:lnTo>
                  <a:lnTo>
                    <a:pt x="132550" y="165208"/>
                  </a:lnTo>
                  <a:lnTo>
                    <a:pt x="131795" y="165208"/>
                  </a:lnTo>
                  <a:lnTo>
                    <a:pt x="142415" y="168914"/>
                  </a:lnTo>
                  <a:lnTo>
                    <a:pt x="132036" y="170669"/>
                  </a:lnTo>
                  <a:lnTo>
                    <a:pt x="131764" y="170669"/>
                  </a:lnTo>
                  <a:lnTo>
                    <a:pt x="140925" y="174137"/>
                  </a:lnTo>
                  <a:lnTo>
                    <a:pt x="129988" y="175896"/>
                  </a:lnTo>
                  <a:lnTo>
                    <a:pt x="138098" y="181315"/>
                  </a:lnTo>
                  <a:lnTo>
                    <a:pt x="126958" y="182246"/>
                  </a:lnTo>
                  <a:lnTo>
                    <a:pt x="134962" y="189074"/>
                  </a:lnTo>
                  <a:lnTo>
                    <a:pt x="123333" y="189469"/>
                  </a:lnTo>
                  <a:lnTo>
                    <a:pt x="131244" y="197269"/>
                  </a:lnTo>
                  <a:lnTo>
                    <a:pt x="121431" y="197269"/>
                  </a:lnTo>
                  <a:lnTo>
                    <a:pt x="124277" y="203100"/>
                  </a:lnTo>
                  <a:lnTo>
                    <a:pt x="117135" y="203100"/>
                  </a:lnTo>
                  <a:lnTo>
                    <a:pt x="119120" y="207554"/>
                  </a:lnTo>
                  <a:lnTo>
                    <a:pt x="109851" y="207554"/>
                  </a:lnTo>
                  <a:lnTo>
                    <a:pt x="109906" y="208263"/>
                  </a:lnTo>
                  <a:lnTo>
                    <a:pt x="110025" y="209808"/>
                  </a:lnTo>
                  <a:lnTo>
                    <a:pt x="110112" y="210932"/>
                  </a:lnTo>
                  <a:lnTo>
                    <a:pt x="100820" y="210932"/>
                  </a:lnTo>
                  <a:lnTo>
                    <a:pt x="100473" y="214355"/>
                  </a:lnTo>
                  <a:lnTo>
                    <a:pt x="89048" y="214355"/>
                  </a:lnTo>
                  <a:lnTo>
                    <a:pt x="88500" y="215380"/>
                  </a:lnTo>
                  <a:lnTo>
                    <a:pt x="88378" y="215608"/>
                  </a:lnTo>
                  <a:lnTo>
                    <a:pt x="18519" y="215608"/>
                  </a:lnTo>
                  <a:lnTo>
                    <a:pt x="23490" y="221467"/>
                  </a:lnTo>
                  <a:lnTo>
                    <a:pt x="36679" y="232717"/>
                  </a:lnTo>
                  <a:lnTo>
                    <a:pt x="51311" y="241553"/>
                  </a:lnTo>
                  <a:lnTo>
                    <a:pt x="66318" y="247557"/>
                  </a:lnTo>
                  <a:lnTo>
                    <a:pt x="82320" y="251208"/>
                  </a:lnTo>
                  <a:lnTo>
                    <a:pt x="98590" y="252048"/>
                  </a:lnTo>
                  <a:close/>
                </a:path>
                <a:path extrusionOk="0" h="252094" w="299719">
                  <a:moveTo>
                    <a:pt x="112864" y="124487"/>
                  </a:moveTo>
                  <a:lnTo>
                    <a:pt x="170451" y="124487"/>
                  </a:lnTo>
                  <a:lnTo>
                    <a:pt x="162423" y="109225"/>
                  </a:lnTo>
                  <a:lnTo>
                    <a:pt x="113448" y="82418"/>
                  </a:lnTo>
                  <a:lnTo>
                    <a:pt x="85727" y="76253"/>
                  </a:lnTo>
                  <a:lnTo>
                    <a:pt x="74928" y="77763"/>
                  </a:lnTo>
                  <a:lnTo>
                    <a:pt x="35900" y="96988"/>
                  </a:lnTo>
                  <a:lnTo>
                    <a:pt x="17203" y="115619"/>
                  </a:lnTo>
                  <a:lnTo>
                    <a:pt x="88480" y="115619"/>
                  </a:lnTo>
                  <a:lnTo>
                    <a:pt x="89095" y="116743"/>
                  </a:lnTo>
                  <a:lnTo>
                    <a:pt x="99698" y="116743"/>
                  </a:lnTo>
                  <a:lnTo>
                    <a:pt x="99490" y="116987"/>
                  </a:lnTo>
                  <a:lnTo>
                    <a:pt x="102498" y="122170"/>
                  </a:lnTo>
                  <a:lnTo>
                    <a:pt x="112331" y="122170"/>
                  </a:lnTo>
                  <a:lnTo>
                    <a:pt x="112824" y="124313"/>
                  </a:lnTo>
                  <a:lnTo>
                    <a:pt x="112864" y="124487"/>
                  </a:lnTo>
                  <a:close/>
                </a:path>
                <a:path extrusionOk="0" h="252094" w="299719">
                  <a:moveTo>
                    <a:pt x="83390" y="124785"/>
                  </a:moveTo>
                  <a:lnTo>
                    <a:pt x="83595" y="124487"/>
                  </a:lnTo>
                  <a:lnTo>
                    <a:pt x="88480" y="115619"/>
                  </a:lnTo>
                  <a:lnTo>
                    <a:pt x="17203" y="115619"/>
                  </a:lnTo>
                  <a:lnTo>
                    <a:pt x="17018" y="115869"/>
                  </a:lnTo>
                  <a:lnTo>
                    <a:pt x="77271" y="115869"/>
                  </a:lnTo>
                  <a:lnTo>
                    <a:pt x="83390" y="124785"/>
                  </a:lnTo>
                  <a:close/>
                </a:path>
                <a:path extrusionOk="0" h="252094" w="299719">
                  <a:moveTo>
                    <a:pt x="74784" y="126898"/>
                  </a:moveTo>
                  <a:lnTo>
                    <a:pt x="77271" y="115869"/>
                  </a:lnTo>
                  <a:lnTo>
                    <a:pt x="17018" y="115869"/>
                  </a:lnTo>
                  <a:lnTo>
                    <a:pt x="14734" y="118961"/>
                  </a:lnTo>
                  <a:lnTo>
                    <a:pt x="67193" y="118961"/>
                  </a:lnTo>
                  <a:lnTo>
                    <a:pt x="74784" y="126898"/>
                  </a:lnTo>
                  <a:close/>
                </a:path>
                <a:path extrusionOk="0" h="252094" w="299719">
                  <a:moveTo>
                    <a:pt x="99490" y="116987"/>
                  </a:moveTo>
                  <a:lnTo>
                    <a:pt x="99698" y="116743"/>
                  </a:lnTo>
                  <a:lnTo>
                    <a:pt x="99348" y="116743"/>
                  </a:lnTo>
                  <a:lnTo>
                    <a:pt x="99490" y="116987"/>
                  </a:lnTo>
                  <a:close/>
                </a:path>
                <a:path extrusionOk="0" h="252094" w="299719">
                  <a:moveTo>
                    <a:pt x="93239" y="124313"/>
                  </a:moveTo>
                  <a:lnTo>
                    <a:pt x="99490" y="116987"/>
                  </a:lnTo>
                  <a:lnTo>
                    <a:pt x="99348" y="116743"/>
                  </a:lnTo>
                  <a:lnTo>
                    <a:pt x="89095" y="116743"/>
                  </a:lnTo>
                  <a:lnTo>
                    <a:pt x="93239" y="124313"/>
                  </a:lnTo>
                  <a:close/>
                </a:path>
                <a:path extrusionOk="0" h="252094" w="299719">
                  <a:moveTo>
                    <a:pt x="66728" y="130433"/>
                  </a:moveTo>
                  <a:lnTo>
                    <a:pt x="66758" y="129683"/>
                  </a:lnTo>
                  <a:lnTo>
                    <a:pt x="66871" y="126898"/>
                  </a:lnTo>
                  <a:lnTo>
                    <a:pt x="66957" y="124785"/>
                  </a:lnTo>
                  <a:lnTo>
                    <a:pt x="67063" y="122170"/>
                  </a:lnTo>
                  <a:lnTo>
                    <a:pt x="67154" y="119917"/>
                  </a:lnTo>
                  <a:lnTo>
                    <a:pt x="67193" y="118961"/>
                  </a:lnTo>
                  <a:lnTo>
                    <a:pt x="14734" y="118961"/>
                  </a:lnTo>
                  <a:lnTo>
                    <a:pt x="14028" y="119917"/>
                  </a:lnTo>
                  <a:lnTo>
                    <a:pt x="11430" y="124785"/>
                  </a:lnTo>
                  <a:lnTo>
                    <a:pt x="57827" y="124785"/>
                  </a:lnTo>
                  <a:lnTo>
                    <a:pt x="66728" y="130433"/>
                  </a:lnTo>
                  <a:close/>
                </a:path>
                <a:path extrusionOk="0" h="252094" w="299719">
                  <a:moveTo>
                    <a:pt x="105242" y="126898"/>
                  </a:moveTo>
                  <a:lnTo>
                    <a:pt x="108448" y="124785"/>
                  </a:lnTo>
                  <a:lnTo>
                    <a:pt x="112331" y="122170"/>
                  </a:lnTo>
                  <a:lnTo>
                    <a:pt x="102498" y="122170"/>
                  </a:lnTo>
                  <a:lnTo>
                    <a:pt x="105242" y="126898"/>
                  </a:lnTo>
                  <a:close/>
                </a:path>
                <a:path extrusionOk="0" h="252094" w="299719">
                  <a:moveTo>
                    <a:pt x="7959" y="131942"/>
                  </a:moveTo>
                  <a:lnTo>
                    <a:pt x="59397" y="131942"/>
                  </a:lnTo>
                  <a:lnTo>
                    <a:pt x="57827" y="124785"/>
                  </a:lnTo>
                  <a:lnTo>
                    <a:pt x="11430" y="124785"/>
                  </a:lnTo>
                  <a:lnTo>
                    <a:pt x="8817" y="129683"/>
                  </a:lnTo>
                  <a:lnTo>
                    <a:pt x="7959" y="131942"/>
                  </a:lnTo>
                  <a:close/>
                </a:path>
                <a:path extrusionOk="0" h="252094" w="299719">
                  <a:moveTo>
                    <a:pt x="114438" y="131336"/>
                  </a:moveTo>
                  <a:lnTo>
                    <a:pt x="123819" y="129683"/>
                  </a:lnTo>
                  <a:lnTo>
                    <a:pt x="114058" y="129683"/>
                  </a:lnTo>
                  <a:lnTo>
                    <a:pt x="114438" y="131336"/>
                  </a:lnTo>
                  <a:close/>
                </a:path>
                <a:path extrusionOk="0" h="252094" w="299719">
                  <a:moveTo>
                    <a:pt x="51693" y="135773"/>
                  </a:moveTo>
                  <a:lnTo>
                    <a:pt x="60237" y="135773"/>
                  </a:lnTo>
                  <a:lnTo>
                    <a:pt x="50335" y="131942"/>
                  </a:lnTo>
                  <a:lnTo>
                    <a:pt x="51693" y="135773"/>
                  </a:lnTo>
                  <a:close/>
                </a:path>
                <a:path extrusionOk="0" h="252094" w="299719">
                  <a:moveTo>
                    <a:pt x="53864" y="141897"/>
                  </a:moveTo>
                  <a:lnTo>
                    <a:pt x="51693" y="135773"/>
                  </a:lnTo>
                  <a:lnTo>
                    <a:pt x="6522" y="135773"/>
                  </a:lnTo>
                  <a:lnTo>
                    <a:pt x="5261" y="139138"/>
                  </a:lnTo>
                  <a:lnTo>
                    <a:pt x="43674" y="139138"/>
                  </a:lnTo>
                  <a:lnTo>
                    <a:pt x="53864" y="141897"/>
                  </a:lnTo>
                  <a:close/>
                </a:path>
                <a:path extrusionOk="0" h="252094" w="299719">
                  <a:moveTo>
                    <a:pt x="50473" y="149372"/>
                  </a:moveTo>
                  <a:lnTo>
                    <a:pt x="43674" y="139138"/>
                  </a:lnTo>
                  <a:lnTo>
                    <a:pt x="5261" y="139138"/>
                  </a:lnTo>
                  <a:lnTo>
                    <a:pt x="4833" y="140280"/>
                  </a:lnTo>
                  <a:lnTo>
                    <a:pt x="2692" y="148794"/>
                  </a:lnTo>
                  <a:lnTo>
                    <a:pt x="40019" y="148794"/>
                  </a:lnTo>
                  <a:lnTo>
                    <a:pt x="50473" y="149372"/>
                  </a:lnTo>
                  <a:close/>
                </a:path>
                <a:path extrusionOk="0" h="252094" w="299719">
                  <a:moveTo>
                    <a:pt x="1275" y="186770"/>
                  </a:moveTo>
                  <a:lnTo>
                    <a:pt x="41025" y="186770"/>
                  </a:lnTo>
                  <a:lnTo>
                    <a:pt x="49583" y="178841"/>
                  </a:lnTo>
                  <a:lnTo>
                    <a:pt x="37195" y="174597"/>
                  </a:lnTo>
                  <a:lnTo>
                    <a:pt x="47708" y="170669"/>
                  </a:lnTo>
                  <a:lnTo>
                    <a:pt x="35756" y="166794"/>
                  </a:lnTo>
                  <a:lnTo>
                    <a:pt x="46706" y="164414"/>
                  </a:lnTo>
                  <a:lnTo>
                    <a:pt x="35811" y="158193"/>
                  </a:lnTo>
                  <a:lnTo>
                    <a:pt x="47828" y="156504"/>
                  </a:lnTo>
                  <a:lnTo>
                    <a:pt x="40019" y="148794"/>
                  </a:lnTo>
                  <a:lnTo>
                    <a:pt x="2692" y="148794"/>
                  </a:lnTo>
                  <a:lnTo>
                    <a:pt x="2082" y="151217"/>
                  </a:lnTo>
                  <a:lnTo>
                    <a:pt x="416" y="162299"/>
                  </a:lnTo>
                  <a:lnTo>
                    <a:pt x="258" y="164414"/>
                  </a:lnTo>
                  <a:lnTo>
                    <a:pt x="198" y="165208"/>
                  </a:lnTo>
                  <a:lnTo>
                    <a:pt x="80" y="166794"/>
                  </a:lnTo>
                  <a:lnTo>
                    <a:pt x="0" y="178841"/>
                  </a:lnTo>
                  <a:lnTo>
                    <a:pt x="1062" y="186151"/>
                  </a:lnTo>
                  <a:lnTo>
                    <a:pt x="1175" y="186479"/>
                  </a:lnTo>
                  <a:lnTo>
                    <a:pt x="1275" y="186770"/>
                  </a:lnTo>
                  <a:close/>
                </a:path>
                <a:path extrusionOk="0" h="252094" w="299719">
                  <a:moveTo>
                    <a:pt x="4920" y="195791"/>
                  </a:moveTo>
                  <a:lnTo>
                    <a:pt x="45295" y="195791"/>
                  </a:lnTo>
                  <a:lnTo>
                    <a:pt x="53998" y="186479"/>
                  </a:lnTo>
                  <a:lnTo>
                    <a:pt x="41025" y="186770"/>
                  </a:lnTo>
                  <a:lnTo>
                    <a:pt x="1275" y="186770"/>
                  </a:lnTo>
                  <a:lnTo>
                    <a:pt x="3606" y="193566"/>
                  </a:lnTo>
                  <a:lnTo>
                    <a:pt x="4920" y="195791"/>
                  </a:lnTo>
                  <a:close/>
                </a:path>
                <a:path extrusionOk="0" h="252094" w="299719">
                  <a:moveTo>
                    <a:pt x="9937" y="204286"/>
                  </a:moveTo>
                  <a:lnTo>
                    <a:pt x="52764" y="204286"/>
                  </a:lnTo>
                  <a:lnTo>
                    <a:pt x="58434" y="192596"/>
                  </a:lnTo>
                  <a:lnTo>
                    <a:pt x="45295" y="195791"/>
                  </a:lnTo>
                  <a:lnTo>
                    <a:pt x="4920" y="195791"/>
                  </a:lnTo>
                  <a:lnTo>
                    <a:pt x="9937" y="204286"/>
                  </a:lnTo>
                  <a:close/>
                </a:path>
                <a:path extrusionOk="0" h="252094" w="299719">
                  <a:moveTo>
                    <a:pt x="121431" y="197269"/>
                  </a:moveTo>
                  <a:lnTo>
                    <a:pt x="131244" y="197269"/>
                  </a:lnTo>
                  <a:lnTo>
                    <a:pt x="119460" y="193566"/>
                  </a:lnTo>
                  <a:lnTo>
                    <a:pt x="119624" y="193566"/>
                  </a:lnTo>
                  <a:lnTo>
                    <a:pt x="121431" y="197269"/>
                  </a:lnTo>
                  <a:close/>
                </a:path>
                <a:path extrusionOk="0" h="252094" w="299719">
                  <a:moveTo>
                    <a:pt x="117135" y="203100"/>
                  </a:moveTo>
                  <a:lnTo>
                    <a:pt x="124277" y="203100"/>
                  </a:lnTo>
                  <a:lnTo>
                    <a:pt x="114657" y="197541"/>
                  </a:lnTo>
                  <a:lnTo>
                    <a:pt x="117135" y="203100"/>
                  </a:lnTo>
                  <a:close/>
                </a:path>
                <a:path extrusionOk="0" h="252094" w="299719">
                  <a:moveTo>
                    <a:pt x="13596" y="209808"/>
                  </a:moveTo>
                  <a:lnTo>
                    <a:pt x="62264" y="209808"/>
                  </a:lnTo>
                  <a:lnTo>
                    <a:pt x="64726" y="198301"/>
                  </a:lnTo>
                  <a:lnTo>
                    <a:pt x="64828" y="197823"/>
                  </a:lnTo>
                  <a:lnTo>
                    <a:pt x="52935" y="204286"/>
                  </a:lnTo>
                  <a:lnTo>
                    <a:pt x="9937" y="204286"/>
                  </a:lnTo>
                  <a:lnTo>
                    <a:pt x="12285" y="208263"/>
                  </a:lnTo>
                  <a:lnTo>
                    <a:pt x="13596" y="209808"/>
                  </a:lnTo>
                  <a:close/>
                </a:path>
                <a:path extrusionOk="0" h="252094" w="299719">
                  <a:moveTo>
                    <a:pt x="109851" y="207554"/>
                  </a:moveTo>
                  <a:lnTo>
                    <a:pt x="119120" y="207554"/>
                  </a:lnTo>
                  <a:lnTo>
                    <a:pt x="109300" y="200423"/>
                  </a:lnTo>
                  <a:lnTo>
                    <a:pt x="109851" y="207554"/>
                  </a:lnTo>
                  <a:close/>
                </a:path>
                <a:path extrusionOk="0" h="252094" w="299719">
                  <a:moveTo>
                    <a:pt x="16262" y="212949"/>
                  </a:moveTo>
                  <a:lnTo>
                    <a:pt x="70741" y="212949"/>
                  </a:lnTo>
                  <a:lnTo>
                    <a:pt x="71808" y="201375"/>
                  </a:lnTo>
                  <a:lnTo>
                    <a:pt x="62264" y="209808"/>
                  </a:lnTo>
                  <a:lnTo>
                    <a:pt x="13596" y="209808"/>
                  </a:lnTo>
                  <a:lnTo>
                    <a:pt x="16262" y="212949"/>
                  </a:lnTo>
                  <a:close/>
                </a:path>
                <a:path extrusionOk="0" h="252094" w="299719">
                  <a:moveTo>
                    <a:pt x="100820" y="210932"/>
                  </a:moveTo>
                  <a:lnTo>
                    <a:pt x="110112" y="210932"/>
                  </a:lnTo>
                  <a:lnTo>
                    <a:pt x="101569" y="203543"/>
                  </a:lnTo>
                  <a:lnTo>
                    <a:pt x="100934" y="209808"/>
                  </a:lnTo>
                  <a:lnTo>
                    <a:pt x="100820" y="210932"/>
                  </a:lnTo>
                  <a:close/>
                </a:path>
                <a:path extrusionOk="0" h="252094" w="299719">
                  <a:moveTo>
                    <a:pt x="18325" y="215380"/>
                  </a:moveTo>
                  <a:lnTo>
                    <a:pt x="79330" y="215380"/>
                  </a:lnTo>
                  <a:lnTo>
                    <a:pt x="79297" y="214355"/>
                  </a:lnTo>
                  <a:lnTo>
                    <a:pt x="79189" y="210932"/>
                  </a:lnTo>
                  <a:lnTo>
                    <a:pt x="79105" y="208263"/>
                  </a:lnTo>
                  <a:lnTo>
                    <a:pt x="78980" y="204286"/>
                  </a:lnTo>
                  <a:lnTo>
                    <a:pt x="70741" y="212949"/>
                  </a:lnTo>
                  <a:lnTo>
                    <a:pt x="16262" y="212949"/>
                  </a:lnTo>
                  <a:lnTo>
                    <a:pt x="18325" y="215380"/>
                  </a:lnTo>
                  <a:close/>
                </a:path>
                <a:path extrusionOk="0" h="252094" w="299719">
                  <a:moveTo>
                    <a:pt x="89048" y="214355"/>
                  </a:moveTo>
                  <a:lnTo>
                    <a:pt x="100473" y="214355"/>
                  </a:lnTo>
                  <a:lnTo>
                    <a:pt x="93793" y="205489"/>
                  </a:lnTo>
                  <a:lnTo>
                    <a:pt x="89048" y="214355"/>
                  </a:lnTo>
                  <a:close/>
                </a:path>
                <a:path extrusionOk="0" h="252094" w="299719">
                  <a:moveTo>
                    <a:pt x="18519" y="215608"/>
                  </a:moveTo>
                  <a:lnTo>
                    <a:pt x="88378" y="215608"/>
                  </a:lnTo>
                  <a:lnTo>
                    <a:pt x="86391" y="205659"/>
                  </a:lnTo>
                  <a:lnTo>
                    <a:pt x="79330" y="215380"/>
                  </a:lnTo>
                  <a:lnTo>
                    <a:pt x="18325" y="215380"/>
                  </a:lnTo>
                  <a:lnTo>
                    <a:pt x="18519" y="215608"/>
                  </a:lnTo>
                  <a:close/>
                </a:path>
              </a:pathLst>
            </a:custGeom>
            <a:solidFill>
              <a:srgbClr val="898989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8" name="Google Shape;418;p3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545335" y="2398775"/>
              <a:ext cx="295655" cy="158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3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893019" y="1848604"/>
              <a:ext cx="818979" cy="8742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38"/>
            <p:cNvSpPr/>
            <p:nvPr/>
          </p:nvSpPr>
          <p:spPr>
            <a:xfrm>
              <a:off x="1280490" y="2723156"/>
              <a:ext cx="2068195" cy="546100"/>
            </a:xfrm>
            <a:custGeom>
              <a:rect b="b" l="l" r="r" t="t"/>
              <a:pathLst>
                <a:path extrusionOk="0" h="546100" w="2068195">
                  <a:moveTo>
                    <a:pt x="2065875" y="545747"/>
                  </a:moveTo>
                  <a:lnTo>
                    <a:pt x="1962019" y="527137"/>
                  </a:lnTo>
                  <a:lnTo>
                    <a:pt x="1707686" y="485808"/>
                  </a:lnTo>
                  <a:lnTo>
                    <a:pt x="1388723" y="443508"/>
                  </a:lnTo>
                  <a:lnTo>
                    <a:pt x="1090981" y="421986"/>
                  </a:lnTo>
                  <a:lnTo>
                    <a:pt x="775964" y="436199"/>
                  </a:lnTo>
                  <a:lnTo>
                    <a:pt x="418997" y="472516"/>
                  </a:lnTo>
                  <a:lnTo>
                    <a:pt x="126658" y="509803"/>
                  </a:lnTo>
                  <a:lnTo>
                    <a:pt x="5528" y="526928"/>
                  </a:lnTo>
                  <a:lnTo>
                    <a:pt x="0" y="0"/>
                  </a:lnTo>
                  <a:lnTo>
                    <a:pt x="2067718" y="7056"/>
                  </a:lnTo>
                  <a:lnTo>
                    <a:pt x="2065875" y="545747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1280490" y="2723156"/>
              <a:ext cx="2068195" cy="546100"/>
            </a:xfrm>
            <a:custGeom>
              <a:rect b="b" l="l" r="r" t="t"/>
              <a:pathLst>
                <a:path extrusionOk="0" h="546100" w="2068195">
                  <a:moveTo>
                    <a:pt x="0" y="0"/>
                  </a:moveTo>
                  <a:lnTo>
                    <a:pt x="5528" y="526928"/>
                  </a:lnTo>
                  <a:lnTo>
                    <a:pt x="126658" y="509803"/>
                  </a:lnTo>
                  <a:lnTo>
                    <a:pt x="418997" y="472516"/>
                  </a:lnTo>
                  <a:lnTo>
                    <a:pt x="775964" y="436199"/>
                  </a:lnTo>
                  <a:lnTo>
                    <a:pt x="1090981" y="421986"/>
                  </a:lnTo>
                  <a:lnTo>
                    <a:pt x="1388723" y="443508"/>
                  </a:lnTo>
                  <a:lnTo>
                    <a:pt x="1707686" y="485808"/>
                  </a:lnTo>
                  <a:lnTo>
                    <a:pt x="1962019" y="527137"/>
                  </a:lnTo>
                  <a:lnTo>
                    <a:pt x="2065875" y="545747"/>
                  </a:lnTo>
                  <a:lnTo>
                    <a:pt x="2067718" y="7056"/>
                  </a:lnTo>
                  <a:lnTo>
                    <a:pt x="0" y="0"/>
                  </a:lnTo>
                </a:path>
              </a:pathLst>
            </a:custGeom>
            <a:noFill/>
            <a:ln cap="flat" cmpd="sng" w="16600">
              <a:solidFill>
                <a:srgbClr val="121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2" name="Google Shape;422;p3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289303" y="2709671"/>
              <a:ext cx="2067237" cy="502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3" name="Google Shape;423;p38"/>
          <p:cNvSpPr txBox="1"/>
          <p:nvPr/>
        </p:nvSpPr>
        <p:spPr>
          <a:xfrm>
            <a:off x="1559101" y="3765395"/>
            <a:ext cx="2474259" cy="38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TONS DE CINZA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24" name="Google Shape;424;p38"/>
          <p:cNvGrpSpPr/>
          <p:nvPr/>
        </p:nvGrpSpPr>
        <p:grpSpPr>
          <a:xfrm>
            <a:off x="5089644" y="1536063"/>
            <a:ext cx="2512195" cy="1931955"/>
            <a:chOff x="4206025" y="1591058"/>
            <a:chExt cx="2076050" cy="2001124"/>
          </a:xfrm>
        </p:grpSpPr>
        <p:sp>
          <p:nvSpPr>
            <p:cNvPr id="425" name="Google Shape;425;p38"/>
            <p:cNvSpPr/>
            <p:nvPr/>
          </p:nvSpPr>
          <p:spPr>
            <a:xfrm>
              <a:off x="4336857" y="1709590"/>
              <a:ext cx="1795145" cy="1861185"/>
            </a:xfrm>
            <a:custGeom>
              <a:rect b="b" l="l" r="r" t="t"/>
              <a:pathLst>
                <a:path extrusionOk="0" h="1861185" w="1795145">
                  <a:moveTo>
                    <a:pt x="907791" y="1861022"/>
                  </a:moveTo>
                  <a:lnTo>
                    <a:pt x="832217" y="1829054"/>
                  </a:lnTo>
                  <a:lnTo>
                    <a:pt x="655278" y="1749579"/>
                  </a:lnTo>
                  <a:lnTo>
                    <a:pt x="451646" y="1647238"/>
                  </a:lnTo>
                  <a:lnTo>
                    <a:pt x="295995" y="1546674"/>
                  </a:lnTo>
                  <a:lnTo>
                    <a:pt x="255725" y="1509365"/>
                  </a:lnTo>
                  <a:lnTo>
                    <a:pt x="220045" y="1470668"/>
                  </a:lnTo>
                  <a:lnTo>
                    <a:pt x="188524" y="1430672"/>
                  </a:lnTo>
                  <a:lnTo>
                    <a:pt x="160735" y="1389471"/>
                  </a:lnTo>
                  <a:lnTo>
                    <a:pt x="136246" y="1347153"/>
                  </a:lnTo>
                  <a:lnTo>
                    <a:pt x="114630" y="1303811"/>
                  </a:lnTo>
                  <a:lnTo>
                    <a:pt x="95455" y="1259535"/>
                  </a:lnTo>
                  <a:lnTo>
                    <a:pt x="78293" y="1214416"/>
                  </a:lnTo>
                  <a:lnTo>
                    <a:pt x="62714" y="1168544"/>
                  </a:lnTo>
                  <a:lnTo>
                    <a:pt x="48288" y="1122012"/>
                  </a:lnTo>
                  <a:lnTo>
                    <a:pt x="7883" y="871550"/>
                  </a:lnTo>
                  <a:lnTo>
                    <a:pt x="0" y="591676"/>
                  </a:lnTo>
                  <a:lnTo>
                    <a:pt x="7694" y="363944"/>
                  </a:lnTo>
                  <a:lnTo>
                    <a:pt x="14024" y="269911"/>
                  </a:lnTo>
                  <a:lnTo>
                    <a:pt x="909247" y="0"/>
                  </a:lnTo>
                  <a:lnTo>
                    <a:pt x="1779832" y="279740"/>
                  </a:lnTo>
                  <a:lnTo>
                    <a:pt x="1786132" y="366219"/>
                  </a:lnTo>
                  <a:lnTo>
                    <a:pt x="1794621" y="576564"/>
                  </a:lnTo>
                  <a:lnTo>
                    <a:pt x="1789678" y="837136"/>
                  </a:lnTo>
                  <a:lnTo>
                    <a:pt x="1755682" y="1074297"/>
                  </a:lnTo>
                  <a:lnTo>
                    <a:pt x="1742869" y="1121473"/>
                  </a:lnTo>
                  <a:lnTo>
                    <a:pt x="1729274" y="1168596"/>
                  </a:lnTo>
                  <a:lnTo>
                    <a:pt x="1714331" y="1215532"/>
                  </a:lnTo>
                  <a:lnTo>
                    <a:pt x="1697473" y="1262152"/>
                  </a:lnTo>
                  <a:lnTo>
                    <a:pt x="1678133" y="1308322"/>
                  </a:lnTo>
                  <a:lnTo>
                    <a:pt x="1655744" y="1353912"/>
                  </a:lnTo>
                  <a:lnTo>
                    <a:pt x="1629740" y="1398790"/>
                  </a:lnTo>
                  <a:lnTo>
                    <a:pt x="1599552" y="1442823"/>
                  </a:lnTo>
                  <a:lnTo>
                    <a:pt x="1564616" y="1485881"/>
                  </a:lnTo>
                  <a:lnTo>
                    <a:pt x="1524362" y="1527830"/>
                  </a:lnTo>
                  <a:lnTo>
                    <a:pt x="1367413" y="1638043"/>
                  </a:lnTo>
                  <a:lnTo>
                    <a:pt x="1162201" y="1746116"/>
                  </a:lnTo>
                  <a:lnTo>
                    <a:pt x="983927" y="1828344"/>
                  </a:lnTo>
                  <a:lnTo>
                    <a:pt x="907791" y="1861022"/>
                  </a:lnTo>
                  <a:close/>
                </a:path>
              </a:pathLst>
            </a:custGeom>
            <a:solidFill>
              <a:srgbClr val="2E2F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4336857" y="1709590"/>
              <a:ext cx="1795145" cy="1861185"/>
            </a:xfrm>
            <a:custGeom>
              <a:rect b="b" l="l" r="r" t="t"/>
              <a:pathLst>
                <a:path extrusionOk="0" h="1861185" w="1795145">
                  <a:moveTo>
                    <a:pt x="14024" y="269911"/>
                  </a:moveTo>
                  <a:lnTo>
                    <a:pt x="7694" y="363944"/>
                  </a:lnTo>
                  <a:lnTo>
                    <a:pt x="0" y="591676"/>
                  </a:lnTo>
                  <a:lnTo>
                    <a:pt x="7883" y="871550"/>
                  </a:lnTo>
                  <a:lnTo>
                    <a:pt x="48288" y="1122012"/>
                  </a:lnTo>
                  <a:lnTo>
                    <a:pt x="62714" y="1168544"/>
                  </a:lnTo>
                  <a:lnTo>
                    <a:pt x="78293" y="1214416"/>
                  </a:lnTo>
                  <a:lnTo>
                    <a:pt x="95455" y="1259535"/>
                  </a:lnTo>
                  <a:lnTo>
                    <a:pt x="114630" y="1303811"/>
                  </a:lnTo>
                  <a:lnTo>
                    <a:pt x="136246" y="1347153"/>
                  </a:lnTo>
                  <a:lnTo>
                    <a:pt x="160735" y="1389471"/>
                  </a:lnTo>
                  <a:lnTo>
                    <a:pt x="188524" y="1430672"/>
                  </a:lnTo>
                  <a:lnTo>
                    <a:pt x="220045" y="1470668"/>
                  </a:lnTo>
                  <a:lnTo>
                    <a:pt x="255725" y="1509365"/>
                  </a:lnTo>
                  <a:lnTo>
                    <a:pt x="295995" y="1546674"/>
                  </a:lnTo>
                  <a:lnTo>
                    <a:pt x="451646" y="1647238"/>
                  </a:lnTo>
                  <a:lnTo>
                    <a:pt x="655278" y="1749579"/>
                  </a:lnTo>
                  <a:lnTo>
                    <a:pt x="832217" y="1829054"/>
                  </a:lnTo>
                  <a:lnTo>
                    <a:pt x="907791" y="1861022"/>
                  </a:lnTo>
                  <a:lnTo>
                    <a:pt x="983927" y="1828344"/>
                  </a:lnTo>
                  <a:lnTo>
                    <a:pt x="1162201" y="1746116"/>
                  </a:lnTo>
                  <a:lnTo>
                    <a:pt x="1367413" y="1638043"/>
                  </a:lnTo>
                  <a:lnTo>
                    <a:pt x="1524362" y="1527830"/>
                  </a:lnTo>
                  <a:lnTo>
                    <a:pt x="1564616" y="1485881"/>
                  </a:lnTo>
                  <a:lnTo>
                    <a:pt x="1599552" y="1442823"/>
                  </a:lnTo>
                  <a:lnTo>
                    <a:pt x="1629740" y="1398790"/>
                  </a:lnTo>
                  <a:lnTo>
                    <a:pt x="1655744" y="1353912"/>
                  </a:lnTo>
                  <a:lnTo>
                    <a:pt x="1678133" y="1308322"/>
                  </a:lnTo>
                  <a:lnTo>
                    <a:pt x="1697473" y="1262152"/>
                  </a:lnTo>
                  <a:lnTo>
                    <a:pt x="1714331" y="1215532"/>
                  </a:lnTo>
                  <a:lnTo>
                    <a:pt x="1729274" y="1168596"/>
                  </a:lnTo>
                  <a:lnTo>
                    <a:pt x="1742869" y="1121473"/>
                  </a:lnTo>
                  <a:lnTo>
                    <a:pt x="1755682" y="1074297"/>
                  </a:lnTo>
                  <a:lnTo>
                    <a:pt x="1789678" y="837136"/>
                  </a:lnTo>
                  <a:lnTo>
                    <a:pt x="1794621" y="576564"/>
                  </a:lnTo>
                  <a:lnTo>
                    <a:pt x="1786132" y="366219"/>
                  </a:lnTo>
                  <a:lnTo>
                    <a:pt x="1779832" y="279740"/>
                  </a:lnTo>
                  <a:lnTo>
                    <a:pt x="909247" y="0"/>
                  </a:lnTo>
                  <a:lnTo>
                    <a:pt x="14024" y="269911"/>
                  </a:lnTo>
                </a:path>
              </a:pathLst>
            </a:custGeom>
            <a:noFill/>
            <a:ln cap="flat" cmpd="sng" w="2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4421964" y="1838312"/>
              <a:ext cx="1624965" cy="1753870"/>
            </a:xfrm>
            <a:custGeom>
              <a:rect b="b" l="l" r="r" t="t"/>
              <a:pathLst>
                <a:path extrusionOk="0" h="1753870" w="1624964">
                  <a:moveTo>
                    <a:pt x="821711" y="1753453"/>
                  </a:moveTo>
                  <a:lnTo>
                    <a:pt x="753303" y="1723333"/>
                  </a:lnTo>
                  <a:lnTo>
                    <a:pt x="593142" y="1648452"/>
                  </a:lnTo>
                  <a:lnTo>
                    <a:pt x="408819" y="1552027"/>
                  </a:lnTo>
                  <a:lnTo>
                    <a:pt x="267927" y="1457275"/>
                  </a:lnTo>
                  <a:lnTo>
                    <a:pt x="227689" y="1418134"/>
                  </a:lnTo>
                  <a:lnTo>
                    <a:pt x="192527" y="1377390"/>
                  </a:lnTo>
                  <a:lnTo>
                    <a:pt x="161907" y="1335160"/>
                  </a:lnTo>
                  <a:lnTo>
                    <a:pt x="135296" y="1291562"/>
                  </a:lnTo>
                  <a:lnTo>
                    <a:pt x="112160" y="1246713"/>
                  </a:lnTo>
                  <a:lnTo>
                    <a:pt x="91967" y="1200731"/>
                  </a:lnTo>
                  <a:lnTo>
                    <a:pt x="74183" y="1153733"/>
                  </a:lnTo>
                  <a:lnTo>
                    <a:pt x="58275" y="1105836"/>
                  </a:lnTo>
                  <a:lnTo>
                    <a:pt x="43709" y="1057159"/>
                  </a:lnTo>
                  <a:lnTo>
                    <a:pt x="7136" y="821174"/>
                  </a:lnTo>
                  <a:lnTo>
                    <a:pt x="0" y="557477"/>
                  </a:lnTo>
                  <a:lnTo>
                    <a:pt x="6964" y="342908"/>
                  </a:lnTo>
                  <a:lnTo>
                    <a:pt x="12694" y="254310"/>
                  </a:lnTo>
                  <a:lnTo>
                    <a:pt x="823028" y="0"/>
                  </a:lnTo>
                  <a:lnTo>
                    <a:pt x="1611060" y="263571"/>
                  </a:lnTo>
                  <a:lnTo>
                    <a:pt x="1616763" y="345052"/>
                  </a:lnTo>
                  <a:lnTo>
                    <a:pt x="1624447" y="543238"/>
                  </a:lnTo>
                  <a:lnTo>
                    <a:pt x="1619972" y="788749"/>
                  </a:lnTo>
                  <a:lnTo>
                    <a:pt x="1589200" y="1012202"/>
                  </a:lnTo>
                  <a:lnTo>
                    <a:pt x="1577602" y="1056651"/>
                  </a:lnTo>
                  <a:lnTo>
                    <a:pt x="1565297" y="1101050"/>
                  </a:lnTo>
                  <a:lnTo>
                    <a:pt x="1551771" y="1145274"/>
                  </a:lnTo>
                  <a:lnTo>
                    <a:pt x="1536511" y="1189198"/>
                  </a:lnTo>
                  <a:lnTo>
                    <a:pt x="1519005" y="1232700"/>
                  </a:lnTo>
                  <a:lnTo>
                    <a:pt x="1498739" y="1275655"/>
                  </a:lnTo>
                  <a:lnTo>
                    <a:pt x="1475200" y="1317939"/>
                  </a:lnTo>
                  <a:lnTo>
                    <a:pt x="1447876" y="1359427"/>
                  </a:lnTo>
                  <a:lnTo>
                    <a:pt x="1416252" y="1399996"/>
                  </a:lnTo>
                  <a:lnTo>
                    <a:pt x="1379816" y="1439521"/>
                  </a:lnTo>
                  <a:lnTo>
                    <a:pt x="1237749" y="1543362"/>
                  </a:lnTo>
                  <a:lnTo>
                    <a:pt x="1051996" y="1645189"/>
                  </a:lnTo>
                  <a:lnTo>
                    <a:pt x="890627" y="1722664"/>
                  </a:lnTo>
                  <a:lnTo>
                    <a:pt x="821711" y="1753453"/>
                  </a:lnTo>
                  <a:close/>
                </a:path>
              </a:pathLst>
            </a:custGeom>
            <a:solidFill>
              <a:srgbClr val="8629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4421964" y="1838312"/>
              <a:ext cx="1624965" cy="1753870"/>
            </a:xfrm>
            <a:custGeom>
              <a:rect b="b" l="l" r="r" t="t"/>
              <a:pathLst>
                <a:path extrusionOk="0" h="1753870" w="1624964">
                  <a:moveTo>
                    <a:pt x="12694" y="254310"/>
                  </a:moveTo>
                  <a:lnTo>
                    <a:pt x="6964" y="342908"/>
                  </a:lnTo>
                  <a:lnTo>
                    <a:pt x="0" y="557477"/>
                  </a:lnTo>
                  <a:lnTo>
                    <a:pt x="7136" y="821174"/>
                  </a:lnTo>
                  <a:lnTo>
                    <a:pt x="43709" y="1057159"/>
                  </a:lnTo>
                  <a:lnTo>
                    <a:pt x="58275" y="1105836"/>
                  </a:lnTo>
                  <a:lnTo>
                    <a:pt x="74183" y="1153733"/>
                  </a:lnTo>
                  <a:lnTo>
                    <a:pt x="91967" y="1200731"/>
                  </a:lnTo>
                  <a:lnTo>
                    <a:pt x="112160" y="1246713"/>
                  </a:lnTo>
                  <a:lnTo>
                    <a:pt x="135296" y="1291562"/>
                  </a:lnTo>
                  <a:lnTo>
                    <a:pt x="161907" y="1335160"/>
                  </a:lnTo>
                  <a:lnTo>
                    <a:pt x="192527" y="1377390"/>
                  </a:lnTo>
                  <a:lnTo>
                    <a:pt x="227689" y="1418134"/>
                  </a:lnTo>
                  <a:lnTo>
                    <a:pt x="267927" y="1457275"/>
                  </a:lnTo>
                  <a:lnTo>
                    <a:pt x="408819" y="1552027"/>
                  </a:lnTo>
                  <a:lnTo>
                    <a:pt x="593142" y="1648452"/>
                  </a:lnTo>
                  <a:lnTo>
                    <a:pt x="753303" y="1723333"/>
                  </a:lnTo>
                  <a:lnTo>
                    <a:pt x="821711" y="1753453"/>
                  </a:lnTo>
                  <a:lnTo>
                    <a:pt x="890627" y="1722664"/>
                  </a:lnTo>
                  <a:lnTo>
                    <a:pt x="1051996" y="1645189"/>
                  </a:lnTo>
                  <a:lnTo>
                    <a:pt x="1237749" y="1543362"/>
                  </a:lnTo>
                  <a:lnTo>
                    <a:pt x="1379816" y="1439521"/>
                  </a:lnTo>
                  <a:lnTo>
                    <a:pt x="1416252" y="1399996"/>
                  </a:lnTo>
                  <a:lnTo>
                    <a:pt x="1447876" y="1359427"/>
                  </a:lnTo>
                  <a:lnTo>
                    <a:pt x="1475200" y="1317939"/>
                  </a:lnTo>
                  <a:lnTo>
                    <a:pt x="1498739" y="1275655"/>
                  </a:lnTo>
                  <a:lnTo>
                    <a:pt x="1519005" y="1232700"/>
                  </a:lnTo>
                  <a:lnTo>
                    <a:pt x="1536511" y="1189198"/>
                  </a:lnTo>
                  <a:lnTo>
                    <a:pt x="1551771" y="1145274"/>
                  </a:lnTo>
                  <a:lnTo>
                    <a:pt x="1565297" y="1101050"/>
                  </a:lnTo>
                  <a:lnTo>
                    <a:pt x="1577602" y="1056651"/>
                  </a:lnTo>
                  <a:lnTo>
                    <a:pt x="1589200" y="1012202"/>
                  </a:lnTo>
                  <a:lnTo>
                    <a:pt x="1619972" y="788749"/>
                  </a:lnTo>
                  <a:lnTo>
                    <a:pt x="1624447" y="543238"/>
                  </a:lnTo>
                  <a:lnTo>
                    <a:pt x="1616763" y="345052"/>
                  </a:lnTo>
                  <a:lnTo>
                    <a:pt x="1611060" y="263571"/>
                  </a:lnTo>
                  <a:lnTo>
                    <a:pt x="823028" y="0"/>
                  </a:lnTo>
                  <a:lnTo>
                    <a:pt x="12694" y="254310"/>
                  </a:lnTo>
                </a:path>
              </a:pathLst>
            </a:custGeom>
            <a:noFill/>
            <a:ln cap="flat" cmpd="sng" w="21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9" name="Google Shape;429;p3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840223" y="3176015"/>
              <a:ext cx="795527" cy="240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3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439724" y="1591058"/>
              <a:ext cx="1512269" cy="1136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3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727447" y="1947671"/>
              <a:ext cx="173735" cy="131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3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709159" y="1932431"/>
              <a:ext cx="198119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8"/>
            <p:cNvSpPr/>
            <p:nvPr/>
          </p:nvSpPr>
          <p:spPr>
            <a:xfrm>
              <a:off x="4731089" y="1982712"/>
              <a:ext cx="137160" cy="90170"/>
            </a:xfrm>
            <a:custGeom>
              <a:rect b="b" l="l" r="r" t="t"/>
              <a:pathLst>
                <a:path extrusionOk="0" h="90169" w="137160">
                  <a:moveTo>
                    <a:pt x="128120" y="89868"/>
                  </a:moveTo>
                  <a:lnTo>
                    <a:pt x="0" y="5991"/>
                  </a:lnTo>
                  <a:lnTo>
                    <a:pt x="3686" y="0"/>
                  </a:lnTo>
                  <a:lnTo>
                    <a:pt x="136877" y="88025"/>
                  </a:lnTo>
                  <a:lnTo>
                    <a:pt x="128120" y="8986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4" name="Google Shape;434;p3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450079" y="1862327"/>
              <a:ext cx="402335" cy="216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3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610803" y="1862887"/>
              <a:ext cx="81112" cy="110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8"/>
            <p:cNvSpPr/>
            <p:nvPr/>
          </p:nvSpPr>
          <p:spPr>
            <a:xfrm>
              <a:off x="5634476" y="2422989"/>
              <a:ext cx="299720" cy="252095"/>
            </a:xfrm>
            <a:custGeom>
              <a:rect b="b" l="l" r="r" t="t"/>
              <a:pathLst>
                <a:path extrusionOk="0" h="252094" w="299720">
                  <a:moveTo>
                    <a:pt x="200910" y="252048"/>
                  </a:moveTo>
                  <a:lnTo>
                    <a:pt x="159151" y="235176"/>
                  </a:lnTo>
                  <a:lnTo>
                    <a:pt x="130669" y="198301"/>
                  </a:lnTo>
                  <a:lnTo>
                    <a:pt x="122228" y="165208"/>
                  </a:lnTo>
                  <a:lnTo>
                    <a:pt x="114755" y="150478"/>
                  </a:lnTo>
                  <a:lnTo>
                    <a:pt x="93501" y="130433"/>
                  </a:lnTo>
                  <a:lnTo>
                    <a:pt x="92630" y="129683"/>
                  </a:lnTo>
                  <a:lnTo>
                    <a:pt x="66696" y="113658"/>
                  </a:lnTo>
                  <a:lnTo>
                    <a:pt x="39632" y="98329"/>
                  </a:lnTo>
                  <a:lnTo>
                    <a:pt x="14992" y="80162"/>
                  </a:lnTo>
                  <a:lnTo>
                    <a:pt x="9458" y="75002"/>
                  </a:lnTo>
                  <a:lnTo>
                    <a:pt x="652" y="62566"/>
                  </a:lnTo>
                  <a:lnTo>
                    <a:pt x="0" y="0"/>
                  </a:lnTo>
                  <a:lnTo>
                    <a:pt x="652" y="0"/>
                  </a:lnTo>
                  <a:lnTo>
                    <a:pt x="83426" y="58656"/>
                  </a:lnTo>
                  <a:lnTo>
                    <a:pt x="128928" y="124313"/>
                  </a:lnTo>
                  <a:lnTo>
                    <a:pt x="129048" y="124487"/>
                  </a:lnTo>
                  <a:lnTo>
                    <a:pt x="186636" y="124487"/>
                  </a:lnTo>
                  <a:lnTo>
                    <a:pt x="185442" y="129683"/>
                  </a:lnTo>
                  <a:lnTo>
                    <a:pt x="175681" y="129683"/>
                  </a:lnTo>
                  <a:lnTo>
                    <a:pt x="177009" y="137992"/>
                  </a:lnTo>
                  <a:lnTo>
                    <a:pt x="166733" y="137992"/>
                  </a:lnTo>
                  <a:lnTo>
                    <a:pt x="173506" y="145574"/>
                  </a:lnTo>
                  <a:lnTo>
                    <a:pt x="174548" y="145574"/>
                  </a:lnTo>
                  <a:lnTo>
                    <a:pt x="161531" y="146604"/>
                  </a:lnTo>
                  <a:lnTo>
                    <a:pt x="168873" y="153050"/>
                  </a:lnTo>
                  <a:lnTo>
                    <a:pt x="156514" y="153367"/>
                  </a:lnTo>
                  <a:lnTo>
                    <a:pt x="167964" y="158952"/>
                  </a:lnTo>
                  <a:lnTo>
                    <a:pt x="156776" y="160596"/>
                  </a:lnTo>
                  <a:lnTo>
                    <a:pt x="166950" y="165208"/>
                  </a:lnTo>
                  <a:lnTo>
                    <a:pt x="167705" y="165208"/>
                  </a:lnTo>
                  <a:lnTo>
                    <a:pt x="157085" y="168914"/>
                  </a:lnTo>
                  <a:lnTo>
                    <a:pt x="167464" y="170669"/>
                  </a:lnTo>
                  <a:lnTo>
                    <a:pt x="167736" y="170669"/>
                  </a:lnTo>
                  <a:lnTo>
                    <a:pt x="158575" y="174137"/>
                  </a:lnTo>
                  <a:lnTo>
                    <a:pt x="169512" y="175896"/>
                  </a:lnTo>
                  <a:lnTo>
                    <a:pt x="161402" y="181315"/>
                  </a:lnTo>
                  <a:lnTo>
                    <a:pt x="172542" y="182246"/>
                  </a:lnTo>
                  <a:lnTo>
                    <a:pt x="164538" y="189074"/>
                  </a:lnTo>
                  <a:lnTo>
                    <a:pt x="176167" y="189469"/>
                  </a:lnTo>
                  <a:lnTo>
                    <a:pt x="168256" y="197269"/>
                  </a:lnTo>
                  <a:lnTo>
                    <a:pt x="178069" y="197269"/>
                  </a:lnTo>
                  <a:lnTo>
                    <a:pt x="175223" y="203100"/>
                  </a:lnTo>
                  <a:lnTo>
                    <a:pt x="182365" y="203100"/>
                  </a:lnTo>
                  <a:lnTo>
                    <a:pt x="180380" y="207554"/>
                  </a:lnTo>
                  <a:lnTo>
                    <a:pt x="189649" y="207554"/>
                  </a:lnTo>
                  <a:lnTo>
                    <a:pt x="189594" y="208263"/>
                  </a:lnTo>
                  <a:lnTo>
                    <a:pt x="189475" y="209808"/>
                  </a:lnTo>
                  <a:lnTo>
                    <a:pt x="189388" y="210932"/>
                  </a:lnTo>
                  <a:lnTo>
                    <a:pt x="198680" y="210932"/>
                  </a:lnTo>
                  <a:lnTo>
                    <a:pt x="199027" y="214355"/>
                  </a:lnTo>
                  <a:lnTo>
                    <a:pt x="210451" y="214355"/>
                  </a:lnTo>
                  <a:lnTo>
                    <a:pt x="211000" y="215380"/>
                  </a:lnTo>
                  <a:lnTo>
                    <a:pt x="211122" y="215608"/>
                  </a:lnTo>
                  <a:lnTo>
                    <a:pt x="280981" y="215608"/>
                  </a:lnTo>
                  <a:lnTo>
                    <a:pt x="276010" y="221467"/>
                  </a:lnTo>
                  <a:lnTo>
                    <a:pt x="262821" y="232717"/>
                  </a:lnTo>
                  <a:lnTo>
                    <a:pt x="248189" y="241553"/>
                  </a:lnTo>
                  <a:lnTo>
                    <a:pt x="233182" y="247557"/>
                  </a:lnTo>
                  <a:lnTo>
                    <a:pt x="217179" y="251208"/>
                  </a:lnTo>
                  <a:lnTo>
                    <a:pt x="200910" y="252048"/>
                  </a:lnTo>
                  <a:close/>
                </a:path>
                <a:path extrusionOk="0" h="252094" w="299720">
                  <a:moveTo>
                    <a:pt x="186636" y="124487"/>
                  </a:moveTo>
                  <a:lnTo>
                    <a:pt x="129048" y="124487"/>
                  </a:lnTo>
                  <a:lnTo>
                    <a:pt x="137077" y="109225"/>
                  </a:lnTo>
                  <a:lnTo>
                    <a:pt x="186052" y="82418"/>
                  </a:lnTo>
                  <a:lnTo>
                    <a:pt x="213773" y="76253"/>
                  </a:lnTo>
                  <a:lnTo>
                    <a:pt x="224572" y="77763"/>
                  </a:lnTo>
                  <a:lnTo>
                    <a:pt x="263600" y="96988"/>
                  </a:lnTo>
                  <a:lnTo>
                    <a:pt x="282297" y="115619"/>
                  </a:lnTo>
                  <a:lnTo>
                    <a:pt x="211020" y="115619"/>
                  </a:lnTo>
                  <a:lnTo>
                    <a:pt x="210405" y="116743"/>
                  </a:lnTo>
                  <a:lnTo>
                    <a:pt x="199802" y="116743"/>
                  </a:lnTo>
                  <a:lnTo>
                    <a:pt x="200010" y="116987"/>
                  </a:lnTo>
                  <a:lnTo>
                    <a:pt x="197002" y="122170"/>
                  </a:lnTo>
                  <a:lnTo>
                    <a:pt x="187169" y="122170"/>
                  </a:lnTo>
                  <a:lnTo>
                    <a:pt x="186676" y="124313"/>
                  </a:lnTo>
                  <a:lnTo>
                    <a:pt x="186636" y="124487"/>
                  </a:lnTo>
                  <a:close/>
                </a:path>
                <a:path extrusionOk="0" h="252094" w="299720">
                  <a:moveTo>
                    <a:pt x="216110" y="124785"/>
                  </a:moveTo>
                  <a:lnTo>
                    <a:pt x="215905" y="124487"/>
                  </a:lnTo>
                  <a:lnTo>
                    <a:pt x="211020" y="115619"/>
                  </a:lnTo>
                  <a:lnTo>
                    <a:pt x="282297" y="115619"/>
                  </a:lnTo>
                  <a:lnTo>
                    <a:pt x="282482" y="115869"/>
                  </a:lnTo>
                  <a:lnTo>
                    <a:pt x="222229" y="115869"/>
                  </a:lnTo>
                  <a:lnTo>
                    <a:pt x="216110" y="124785"/>
                  </a:lnTo>
                  <a:close/>
                </a:path>
                <a:path extrusionOk="0" h="252094" w="299720">
                  <a:moveTo>
                    <a:pt x="224716" y="126898"/>
                  </a:moveTo>
                  <a:lnTo>
                    <a:pt x="222229" y="115869"/>
                  </a:lnTo>
                  <a:lnTo>
                    <a:pt x="282482" y="115869"/>
                  </a:lnTo>
                  <a:lnTo>
                    <a:pt x="284766" y="118961"/>
                  </a:lnTo>
                  <a:lnTo>
                    <a:pt x="232307" y="118961"/>
                  </a:lnTo>
                  <a:lnTo>
                    <a:pt x="224716" y="126898"/>
                  </a:lnTo>
                  <a:close/>
                </a:path>
                <a:path extrusionOk="0" h="252094" w="299720">
                  <a:moveTo>
                    <a:pt x="200010" y="116987"/>
                  </a:moveTo>
                  <a:lnTo>
                    <a:pt x="199802" y="116743"/>
                  </a:lnTo>
                  <a:lnTo>
                    <a:pt x="200152" y="116743"/>
                  </a:lnTo>
                  <a:lnTo>
                    <a:pt x="200010" y="116987"/>
                  </a:lnTo>
                  <a:close/>
                </a:path>
                <a:path extrusionOk="0" h="252094" w="299720">
                  <a:moveTo>
                    <a:pt x="206261" y="124313"/>
                  </a:moveTo>
                  <a:lnTo>
                    <a:pt x="200010" y="116987"/>
                  </a:lnTo>
                  <a:lnTo>
                    <a:pt x="200152" y="116743"/>
                  </a:lnTo>
                  <a:lnTo>
                    <a:pt x="210405" y="116743"/>
                  </a:lnTo>
                  <a:lnTo>
                    <a:pt x="206261" y="124313"/>
                  </a:lnTo>
                  <a:close/>
                </a:path>
                <a:path extrusionOk="0" h="252094" w="299720">
                  <a:moveTo>
                    <a:pt x="232772" y="130433"/>
                  </a:moveTo>
                  <a:lnTo>
                    <a:pt x="232742" y="129683"/>
                  </a:lnTo>
                  <a:lnTo>
                    <a:pt x="232629" y="126898"/>
                  </a:lnTo>
                  <a:lnTo>
                    <a:pt x="232543" y="124785"/>
                  </a:lnTo>
                  <a:lnTo>
                    <a:pt x="232437" y="122170"/>
                  </a:lnTo>
                  <a:lnTo>
                    <a:pt x="232346" y="119917"/>
                  </a:lnTo>
                  <a:lnTo>
                    <a:pt x="232307" y="118961"/>
                  </a:lnTo>
                  <a:lnTo>
                    <a:pt x="284766" y="118961"/>
                  </a:lnTo>
                  <a:lnTo>
                    <a:pt x="285472" y="119917"/>
                  </a:lnTo>
                  <a:lnTo>
                    <a:pt x="288070" y="124785"/>
                  </a:lnTo>
                  <a:lnTo>
                    <a:pt x="241673" y="124785"/>
                  </a:lnTo>
                  <a:lnTo>
                    <a:pt x="232772" y="130433"/>
                  </a:lnTo>
                  <a:close/>
                </a:path>
                <a:path extrusionOk="0" h="252094" w="299720">
                  <a:moveTo>
                    <a:pt x="194258" y="126898"/>
                  </a:moveTo>
                  <a:lnTo>
                    <a:pt x="191052" y="124785"/>
                  </a:lnTo>
                  <a:lnTo>
                    <a:pt x="187169" y="122170"/>
                  </a:lnTo>
                  <a:lnTo>
                    <a:pt x="197002" y="122170"/>
                  </a:lnTo>
                  <a:lnTo>
                    <a:pt x="194258" y="126898"/>
                  </a:lnTo>
                  <a:close/>
                </a:path>
                <a:path extrusionOk="0" h="252094" w="299720">
                  <a:moveTo>
                    <a:pt x="291541" y="131942"/>
                  </a:moveTo>
                  <a:lnTo>
                    <a:pt x="240103" y="131942"/>
                  </a:lnTo>
                  <a:lnTo>
                    <a:pt x="241673" y="124785"/>
                  </a:lnTo>
                  <a:lnTo>
                    <a:pt x="288070" y="124785"/>
                  </a:lnTo>
                  <a:lnTo>
                    <a:pt x="290683" y="129683"/>
                  </a:lnTo>
                  <a:lnTo>
                    <a:pt x="291541" y="131942"/>
                  </a:lnTo>
                  <a:close/>
                </a:path>
                <a:path extrusionOk="0" h="252094" w="299720">
                  <a:moveTo>
                    <a:pt x="185062" y="131336"/>
                  </a:moveTo>
                  <a:lnTo>
                    <a:pt x="175681" y="129683"/>
                  </a:lnTo>
                  <a:lnTo>
                    <a:pt x="185442" y="129683"/>
                  </a:lnTo>
                  <a:lnTo>
                    <a:pt x="185062" y="131336"/>
                  </a:lnTo>
                  <a:close/>
                </a:path>
                <a:path extrusionOk="0" h="252094" w="299720">
                  <a:moveTo>
                    <a:pt x="247807" y="135773"/>
                  </a:moveTo>
                  <a:lnTo>
                    <a:pt x="239263" y="135773"/>
                  </a:lnTo>
                  <a:lnTo>
                    <a:pt x="249165" y="131942"/>
                  </a:lnTo>
                  <a:lnTo>
                    <a:pt x="247807" y="135773"/>
                  </a:lnTo>
                  <a:close/>
                </a:path>
                <a:path extrusionOk="0" h="252094" w="299720">
                  <a:moveTo>
                    <a:pt x="245636" y="141897"/>
                  </a:moveTo>
                  <a:lnTo>
                    <a:pt x="247807" y="135773"/>
                  </a:lnTo>
                  <a:lnTo>
                    <a:pt x="292978" y="135773"/>
                  </a:lnTo>
                  <a:lnTo>
                    <a:pt x="294239" y="139138"/>
                  </a:lnTo>
                  <a:lnTo>
                    <a:pt x="255826" y="139138"/>
                  </a:lnTo>
                  <a:lnTo>
                    <a:pt x="245636" y="141897"/>
                  </a:lnTo>
                  <a:close/>
                </a:path>
                <a:path extrusionOk="0" h="252094" w="299720">
                  <a:moveTo>
                    <a:pt x="249027" y="149372"/>
                  </a:moveTo>
                  <a:lnTo>
                    <a:pt x="255826" y="139138"/>
                  </a:lnTo>
                  <a:lnTo>
                    <a:pt x="294239" y="139138"/>
                  </a:lnTo>
                  <a:lnTo>
                    <a:pt x="294667" y="140280"/>
                  </a:lnTo>
                  <a:lnTo>
                    <a:pt x="296808" y="148794"/>
                  </a:lnTo>
                  <a:lnTo>
                    <a:pt x="259480" y="148794"/>
                  </a:lnTo>
                  <a:lnTo>
                    <a:pt x="249027" y="149372"/>
                  </a:lnTo>
                  <a:close/>
                </a:path>
                <a:path extrusionOk="0" h="252094" w="299720">
                  <a:moveTo>
                    <a:pt x="298225" y="186770"/>
                  </a:moveTo>
                  <a:lnTo>
                    <a:pt x="258475" y="186770"/>
                  </a:lnTo>
                  <a:lnTo>
                    <a:pt x="249917" y="178841"/>
                  </a:lnTo>
                  <a:lnTo>
                    <a:pt x="262305" y="174597"/>
                  </a:lnTo>
                  <a:lnTo>
                    <a:pt x="251792" y="170669"/>
                  </a:lnTo>
                  <a:lnTo>
                    <a:pt x="263743" y="166794"/>
                  </a:lnTo>
                  <a:lnTo>
                    <a:pt x="252794" y="164414"/>
                  </a:lnTo>
                  <a:lnTo>
                    <a:pt x="263689" y="158193"/>
                  </a:lnTo>
                  <a:lnTo>
                    <a:pt x="251672" y="156504"/>
                  </a:lnTo>
                  <a:lnTo>
                    <a:pt x="259480" y="148794"/>
                  </a:lnTo>
                  <a:lnTo>
                    <a:pt x="296808" y="148794"/>
                  </a:lnTo>
                  <a:lnTo>
                    <a:pt x="297418" y="151217"/>
                  </a:lnTo>
                  <a:lnTo>
                    <a:pt x="299084" y="162299"/>
                  </a:lnTo>
                  <a:lnTo>
                    <a:pt x="299242" y="164414"/>
                  </a:lnTo>
                  <a:lnTo>
                    <a:pt x="299302" y="165208"/>
                  </a:lnTo>
                  <a:lnTo>
                    <a:pt x="299420" y="166794"/>
                  </a:lnTo>
                  <a:lnTo>
                    <a:pt x="299500" y="178841"/>
                  </a:lnTo>
                  <a:lnTo>
                    <a:pt x="298437" y="186151"/>
                  </a:lnTo>
                  <a:lnTo>
                    <a:pt x="298325" y="186479"/>
                  </a:lnTo>
                  <a:lnTo>
                    <a:pt x="298225" y="186770"/>
                  </a:lnTo>
                  <a:close/>
                </a:path>
                <a:path extrusionOk="0" h="252094" w="299720">
                  <a:moveTo>
                    <a:pt x="294580" y="195791"/>
                  </a:moveTo>
                  <a:lnTo>
                    <a:pt x="254204" y="195791"/>
                  </a:lnTo>
                  <a:lnTo>
                    <a:pt x="245502" y="186479"/>
                  </a:lnTo>
                  <a:lnTo>
                    <a:pt x="258475" y="186770"/>
                  </a:lnTo>
                  <a:lnTo>
                    <a:pt x="298225" y="186770"/>
                  </a:lnTo>
                  <a:lnTo>
                    <a:pt x="295894" y="193566"/>
                  </a:lnTo>
                  <a:lnTo>
                    <a:pt x="294580" y="195791"/>
                  </a:lnTo>
                  <a:close/>
                </a:path>
                <a:path extrusionOk="0" h="252094" w="299720">
                  <a:moveTo>
                    <a:pt x="289563" y="204286"/>
                  </a:moveTo>
                  <a:lnTo>
                    <a:pt x="246736" y="204286"/>
                  </a:lnTo>
                  <a:lnTo>
                    <a:pt x="241066" y="192596"/>
                  </a:lnTo>
                  <a:lnTo>
                    <a:pt x="254204" y="195791"/>
                  </a:lnTo>
                  <a:lnTo>
                    <a:pt x="294580" y="195791"/>
                  </a:lnTo>
                  <a:lnTo>
                    <a:pt x="289563" y="204286"/>
                  </a:lnTo>
                  <a:close/>
                </a:path>
                <a:path extrusionOk="0" h="252094" w="299720">
                  <a:moveTo>
                    <a:pt x="178069" y="197269"/>
                  </a:moveTo>
                  <a:lnTo>
                    <a:pt x="168256" y="197269"/>
                  </a:lnTo>
                  <a:lnTo>
                    <a:pt x="180039" y="193566"/>
                  </a:lnTo>
                  <a:lnTo>
                    <a:pt x="179876" y="193566"/>
                  </a:lnTo>
                  <a:lnTo>
                    <a:pt x="178069" y="197269"/>
                  </a:lnTo>
                  <a:close/>
                </a:path>
                <a:path extrusionOk="0" h="252094" w="299720">
                  <a:moveTo>
                    <a:pt x="182365" y="203100"/>
                  </a:moveTo>
                  <a:lnTo>
                    <a:pt x="175223" y="203100"/>
                  </a:lnTo>
                  <a:lnTo>
                    <a:pt x="184843" y="197541"/>
                  </a:lnTo>
                  <a:lnTo>
                    <a:pt x="182365" y="203100"/>
                  </a:lnTo>
                  <a:close/>
                </a:path>
                <a:path extrusionOk="0" h="252094" w="299720">
                  <a:moveTo>
                    <a:pt x="285904" y="209808"/>
                  </a:moveTo>
                  <a:lnTo>
                    <a:pt x="237236" y="209808"/>
                  </a:lnTo>
                  <a:lnTo>
                    <a:pt x="234774" y="198301"/>
                  </a:lnTo>
                  <a:lnTo>
                    <a:pt x="234672" y="197823"/>
                  </a:lnTo>
                  <a:lnTo>
                    <a:pt x="246565" y="204286"/>
                  </a:lnTo>
                  <a:lnTo>
                    <a:pt x="289563" y="204286"/>
                  </a:lnTo>
                  <a:lnTo>
                    <a:pt x="287215" y="208263"/>
                  </a:lnTo>
                  <a:lnTo>
                    <a:pt x="285904" y="209808"/>
                  </a:lnTo>
                  <a:close/>
                </a:path>
                <a:path extrusionOk="0" h="252094" w="299720">
                  <a:moveTo>
                    <a:pt x="189649" y="207554"/>
                  </a:moveTo>
                  <a:lnTo>
                    <a:pt x="180380" y="207554"/>
                  </a:lnTo>
                  <a:lnTo>
                    <a:pt x="190200" y="200423"/>
                  </a:lnTo>
                  <a:lnTo>
                    <a:pt x="189649" y="207554"/>
                  </a:lnTo>
                  <a:close/>
                </a:path>
                <a:path extrusionOk="0" h="252094" w="299720">
                  <a:moveTo>
                    <a:pt x="283238" y="212949"/>
                  </a:moveTo>
                  <a:lnTo>
                    <a:pt x="228759" y="212949"/>
                  </a:lnTo>
                  <a:lnTo>
                    <a:pt x="227692" y="201375"/>
                  </a:lnTo>
                  <a:lnTo>
                    <a:pt x="237236" y="209808"/>
                  </a:lnTo>
                  <a:lnTo>
                    <a:pt x="285904" y="209808"/>
                  </a:lnTo>
                  <a:lnTo>
                    <a:pt x="283238" y="212949"/>
                  </a:lnTo>
                  <a:close/>
                </a:path>
                <a:path extrusionOk="0" h="252094" w="299720">
                  <a:moveTo>
                    <a:pt x="198680" y="210932"/>
                  </a:moveTo>
                  <a:lnTo>
                    <a:pt x="189388" y="210932"/>
                  </a:lnTo>
                  <a:lnTo>
                    <a:pt x="197931" y="203543"/>
                  </a:lnTo>
                  <a:lnTo>
                    <a:pt x="198566" y="209808"/>
                  </a:lnTo>
                  <a:lnTo>
                    <a:pt x="198680" y="210932"/>
                  </a:lnTo>
                  <a:close/>
                </a:path>
                <a:path extrusionOk="0" h="252094" w="299720">
                  <a:moveTo>
                    <a:pt x="281175" y="215380"/>
                  </a:moveTo>
                  <a:lnTo>
                    <a:pt x="220170" y="215380"/>
                  </a:lnTo>
                  <a:lnTo>
                    <a:pt x="220203" y="214355"/>
                  </a:lnTo>
                  <a:lnTo>
                    <a:pt x="220311" y="210932"/>
                  </a:lnTo>
                  <a:lnTo>
                    <a:pt x="220395" y="208263"/>
                  </a:lnTo>
                  <a:lnTo>
                    <a:pt x="220520" y="204286"/>
                  </a:lnTo>
                  <a:lnTo>
                    <a:pt x="228759" y="212949"/>
                  </a:lnTo>
                  <a:lnTo>
                    <a:pt x="283238" y="212949"/>
                  </a:lnTo>
                  <a:lnTo>
                    <a:pt x="281175" y="215380"/>
                  </a:lnTo>
                  <a:close/>
                </a:path>
                <a:path extrusionOk="0" h="252094" w="299720">
                  <a:moveTo>
                    <a:pt x="210451" y="214355"/>
                  </a:moveTo>
                  <a:lnTo>
                    <a:pt x="199027" y="214355"/>
                  </a:lnTo>
                  <a:lnTo>
                    <a:pt x="205707" y="205489"/>
                  </a:lnTo>
                  <a:lnTo>
                    <a:pt x="210451" y="214355"/>
                  </a:lnTo>
                  <a:close/>
                </a:path>
                <a:path extrusionOk="0" h="252094" w="299720">
                  <a:moveTo>
                    <a:pt x="280981" y="215608"/>
                  </a:moveTo>
                  <a:lnTo>
                    <a:pt x="211122" y="215608"/>
                  </a:lnTo>
                  <a:lnTo>
                    <a:pt x="213109" y="205659"/>
                  </a:lnTo>
                  <a:lnTo>
                    <a:pt x="220170" y="215380"/>
                  </a:lnTo>
                  <a:lnTo>
                    <a:pt x="281175" y="215380"/>
                  </a:lnTo>
                  <a:lnTo>
                    <a:pt x="280981" y="215608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7" name="Google Shape;437;p3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26607" y="2398775"/>
              <a:ext cx="295655" cy="158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8"/>
            <p:cNvSpPr/>
            <p:nvPr/>
          </p:nvSpPr>
          <p:spPr>
            <a:xfrm>
              <a:off x="4440027" y="1724521"/>
              <a:ext cx="1512570" cy="970915"/>
            </a:xfrm>
            <a:custGeom>
              <a:rect b="b" l="l" r="r" t="t"/>
              <a:pathLst>
                <a:path extrusionOk="0" h="970914" w="1512570">
                  <a:moveTo>
                    <a:pt x="1183380" y="180309"/>
                  </a:moveTo>
                  <a:lnTo>
                    <a:pt x="1404654" y="180309"/>
                  </a:lnTo>
                  <a:lnTo>
                    <a:pt x="1399487" y="176941"/>
                  </a:lnTo>
                  <a:lnTo>
                    <a:pt x="1387369" y="168380"/>
                  </a:lnTo>
                  <a:lnTo>
                    <a:pt x="1355450" y="129174"/>
                  </a:lnTo>
                  <a:lnTo>
                    <a:pt x="1346086" y="88944"/>
                  </a:lnTo>
                  <a:lnTo>
                    <a:pt x="1345997" y="88410"/>
                  </a:lnTo>
                  <a:lnTo>
                    <a:pt x="1350801" y="84334"/>
                  </a:lnTo>
                  <a:lnTo>
                    <a:pt x="1390976" y="52573"/>
                  </a:lnTo>
                  <a:lnTo>
                    <a:pt x="1424686" y="32235"/>
                  </a:lnTo>
                  <a:lnTo>
                    <a:pt x="1445715" y="20629"/>
                  </a:lnTo>
                  <a:lnTo>
                    <a:pt x="1440047" y="17817"/>
                  </a:lnTo>
                  <a:lnTo>
                    <a:pt x="1426610" y="11655"/>
                  </a:lnTo>
                  <a:lnTo>
                    <a:pt x="1409855" y="5094"/>
                  </a:lnTo>
                  <a:lnTo>
                    <a:pt x="1394232" y="1082"/>
                  </a:lnTo>
                  <a:lnTo>
                    <a:pt x="1388721" y="370"/>
                  </a:lnTo>
                  <a:lnTo>
                    <a:pt x="1388372" y="370"/>
                  </a:lnTo>
                  <a:lnTo>
                    <a:pt x="1383104" y="0"/>
                  </a:lnTo>
                  <a:lnTo>
                    <a:pt x="1378822" y="0"/>
                  </a:lnTo>
                  <a:lnTo>
                    <a:pt x="1367083" y="370"/>
                  </a:lnTo>
                  <a:lnTo>
                    <a:pt x="1310633" y="17008"/>
                  </a:lnTo>
                  <a:lnTo>
                    <a:pt x="1269917" y="43592"/>
                  </a:lnTo>
                  <a:lnTo>
                    <a:pt x="1246204" y="74231"/>
                  </a:lnTo>
                  <a:lnTo>
                    <a:pt x="1238087" y="104090"/>
                  </a:lnTo>
                  <a:lnTo>
                    <a:pt x="1232948" y="118571"/>
                  </a:lnTo>
                  <a:lnTo>
                    <a:pt x="1224324" y="134416"/>
                  </a:lnTo>
                  <a:lnTo>
                    <a:pt x="1213857" y="151422"/>
                  </a:lnTo>
                  <a:lnTo>
                    <a:pt x="1205026" y="164996"/>
                  </a:lnTo>
                  <a:lnTo>
                    <a:pt x="1201309" y="170541"/>
                  </a:lnTo>
                  <a:lnTo>
                    <a:pt x="1183380" y="180309"/>
                  </a:lnTo>
                  <a:close/>
                </a:path>
                <a:path extrusionOk="0" h="970914" w="1512570">
                  <a:moveTo>
                    <a:pt x="1393867" y="275897"/>
                  </a:moveTo>
                  <a:lnTo>
                    <a:pt x="1415319" y="272870"/>
                  </a:lnTo>
                  <a:lnTo>
                    <a:pt x="1415158" y="272870"/>
                  </a:lnTo>
                  <a:lnTo>
                    <a:pt x="1433566" y="263910"/>
                  </a:lnTo>
                  <a:lnTo>
                    <a:pt x="1467170" y="238916"/>
                  </a:lnTo>
                  <a:lnTo>
                    <a:pt x="1501900" y="195441"/>
                  </a:lnTo>
                  <a:lnTo>
                    <a:pt x="1512269" y="158747"/>
                  </a:lnTo>
                  <a:lnTo>
                    <a:pt x="1511101" y="137598"/>
                  </a:lnTo>
                  <a:lnTo>
                    <a:pt x="1508854" y="120326"/>
                  </a:lnTo>
                  <a:lnTo>
                    <a:pt x="1507636" y="113180"/>
                  </a:lnTo>
                  <a:lnTo>
                    <a:pt x="1487045" y="128357"/>
                  </a:lnTo>
                  <a:lnTo>
                    <a:pt x="1468860" y="141389"/>
                  </a:lnTo>
                  <a:lnTo>
                    <a:pt x="1452128" y="152770"/>
                  </a:lnTo>
                  <a:lnTo>
                    <a:pt x="1438224" y="161255"/>
                  </a:lnTo>
                  <a:lnTo>
                    <a:pt x="1422625" y="170257"/>
                  </a:lnTo>
                  <a:lnTo>
                    <a:pt x="1404654" y="180309"/>
                  </a:lnTo>
                  <a:lnTo>
                    <a:pt x="1183380" y="180309"/>
                  </a:lnTo>
                  <a:lnTo>
                    <a:pt x="1026042" y="266026"/>
                  </a:lnTo>
                  <a:lnTo>
                    <a:pt x="1304912" y="266026"/>
                  </a:lnTo>
                  <a:lnTo>
                    <a:pt x="1316001" y="266476"/>
                  </a:lnTo>
                  <a:lnTo>
                    <a:pt x="1328193" y="268897"/>
                  </a:lnTo>
                  <a:lnTo>
                    <a:pt x="1338039" y="271594"/>
                  </a:lnTo>
                  <a:lnTo>
                    <a:pt x="1342088" y="272870"/>
                  </a:lnTo>
                  <a:lnTo>
                    <a:pt x="1350222" y="273875"/>
                  </a:lnTo>
                  <a:lnTo>
                    <a:pt x="1369863" y="275553"/>
                  </a:lnTo>
                  <a:lnTo>
                    <a:pt x="1393867" y="275897"/>
                  </a:lnTo>
                  <a:close/>
                </a:path>
                <a:path extrusionOk="0" h="970914" w="1512570">
                  <a:moveTo>
                    <a:pt x="113728" y="970554"/>
                  </a:moveTo>
                  <a:lnTo>
                    <a:pt x="154185" y="959627"/>
                  </a:lnTo>
                  <a:lnTo>
                    <a:pt x="189110" y="925179"/>
                  </a:lnTo>
                  <a:lnTo>
                    <a:pt x="206296" y="894288"/>
                  </a:lnTo>
                  <a:lnTo>
                    <a:pt x="211935" y="882591"/>
                  </a:lnTo>
                  <a:lnTo>
                    <a:pt x="241467" y="845957"/>
                  </a:lnTo>
                  <a:lnTo>
                    <a:pt x="284498" y="821591"/>
                  </a:lnTo>
                  <a:lnTo>
                    <a:pt x="525465" y="691575"/>
                  </a:lnTo>
                  <a:lnTo>
                    <a:pt x="1091212" y="393663"/>
                  </a:lnTo>
                  <a:lnTo>
                    <a:pt x="1275174" y="279143"/>
                  </a:lnTo>
                  <a:lnTo>
                    <a:pt x="1278308" y="277271"/>
                  </a:lnTo>
                  <a:lnTo>
                    <a:pt x="1286008" y="273058"/>
                  </a:lnTo>
                  <a:lnTo>
                    <a:pt x="1295726" y="268608"/>
                  </a:lnTo>
                  <a:lnTo>
                    <a:pt x="1304912" y="266026"/>
                  </a:lnTo>
                  <a:lnTo>
                    <a:pt x="1026042" y="266026"/>
                  </a:lnTo>
                  <a:lnTo>
                    <a:pt x="299267" y="661970"/>
                  </a:lnTo>
                  <a:lnTo>
                    <a:pt x="146976" y="762960"/>
                  </a:lnTo>
                  <a:lnTo>
                    <a:pt x="87206" y="762960"/>
                  </a:lnTo>
                  <a:lnTo>
                    <a:pt x="39837" y="782374"/>
                  </a:lnTo>
                  <a:lnTo>
                    <a:pt x="12011" y="814424"/>
                  </a:lnTo>
                  <a:lnTo>
                    <a:pt x="112532" y="814424"/>
                  </a:lnTo>
                  <a:lnTo>
                    <a:pt x="114404" y="817689"/>
                  </a:lnTo>
                  <a:lnTo>
                    <a:pt x="126803" y="817689"/>
                  </a:lnTo>
                  <a:lnTo>
                    <a:pt x="126917" y="821591"/>
                  </a:lnTo>
                  <a:lnTo>
                    <a:pt x="126973" y="823510"/>
                  </a:lnTo>
                  <a:lnTo>
                    <a:pt x="136311" y="823510"/>
                  </a:lnTo>
                  <a:lnTo>
                    <a:pt x="135396" y="831049"/>
                  </a:lnTo>
                  <a:lnTo>
                    <a:pt x="135324" y="831645"/>
                  </a:lnTo>
                  <a:lnTo>
                    <a:pt x="146981" y="831645"/>
                  </a:lnTo>
                  <a:lnTo>
                    <a:pt x="142540" y="839632"/>
                  </a:lnTo>
                  <a:lnTo>
                    <a:pt x="154338" y="840046"/>
                  </a:lnTo>
                  <a:lnTo>
                    <a:pt x="146987" y="847566"/>
                  </a:lnTo>
                  <a:lnTo>
                    <a:pt x="158593" y="848287"/>
                  </a:lnTo>
                  <a:lnTo>
                    <a:pt x="149291" y="854355"/>
                  </a:lnTo>
                  <a:lnTo>
                    <a:pt x="159930" y="856421"/>
                  </a:lnTo>
                  <a:lnTo>
                    <a:pt x="150321" y="861375"/>
                  </a:lnTo>
                  <a:lnTo>
                    <a:pt x="160959" y="863548"/>
                  </a:lnTo>
                  <a:lnTo>
                    <a:pt x="149575" y="867222"/>
                  </a:lnTo>
                  <a:lnTo>
                    <a:pt x="159845" y="869370"/>
                  </a:lnTo>
                  <a:lnTo>
                    <a:pt x="148921" y="872358"/>
                  </a:lnTo>
                  <a:lnTo>
                    <a:pt x="158247" y="876650"/>
                  </a:lnTo>
                  <a:lnTo>
                    <a:pt x="147401" y="877687"/>
                  </a:lnTo>
                  <a:lnTo>
                    <a:pt x="153907" y="883909"/>
                  </a:lnTo>
                  <a:lnTo>
                    <a:pt x="143684" y="884484"/>
                  </a:lnTo>
                  <a:lnTo>
                    <a:pt x="149222" y="890890"/>
                  </a:lnTo>
                  <a:lnTo>
                    <a:pt x="140868" y="890890"/>
                  </a:lnTo>
                  <a:lnTo>
                    <a:pt x="146081" y="897143"/>
                  </a:lnTo>
                  <a:lnTo>
                    <a:pt x="137257" y="897143"/>
                  </a:lnTo>
                  <a:lnTo>
                    <a:pt x="140435" y="903848"/>
                  </a:lnTo>
                  <a:lnTo>
                    <a:pt x="131786" y="903848"/>
                  </a:lnTo>
                  <a:lnTo>
                    <a:pt x="132924" y="908119"/>
                  </a:lnTo>
                  <a:lnTo>
                    <a:pt x="123817" y="908119"/>
                  </a:lnTo>
                  <a:lnTo>
                    <a:pt x="123706" y="911636"/>
                  </a:lnTo>
                  <a:lnTo>
                    <a:pt x="113102" y="911636"/>
                  </a:lnTo>
                  <a:lnTo>
                    <a:pt x="112063" y="914439"/>
                  </a:lnTo>
                  <a:lnTo>
                    <a:pt x="102040" y="914439"/>
                  </a:lnTo>
                  <a:lnTo>
                    <a:pt x="101602" y="915275"/>
                  </a:lnTo>
                  <a:lnTo>
                    <a:pt x="10463" y="915275"/>
                  </a:lnTo>
                  <a:lnTo>
                    <a:pt x="13756" y="920563"/>
                  </a:lnTo>
                  <a:lnTo>
                    <a:pt x="42217" y="948161"/>
                  </a:lnTo>
                  <a:lnTo>
                    <a:pt x="76474" y="966630"/>
                  </a:lnTo>
                  <a:lnTo>
                    <a:pt x="103759" y="970353"/>
                  </a:lnTo>
                  <a:lnTo>
                    <a:pt x="113728" y="970554"/>
                  </a:lnTo>
                  <a:close/>
                </a:path>
                <a:path extrusionOk="0" h="970914" w="1512570">
                  <a:moveTo>
                    <a:pt x="87206" y="762960"/>
                  </a:moveTo>
                  <a:lnTo>
                    <a:pt x="146976" y="762960"/>
                  </a:lnTo>
                  <a:lnTo>
                    <a:pt x="141517" y="762165"/>
                  </a:lnTo>
                  <a:lnTo>
                    <a:pt x="128163" y="760679"/>
                  </a:lnTo>
                  <a:lnTo>
                    <a:pt x="111450" y="759853"/>
                  </a:lnTo>
                  <a:lnTo>
                    <a:pt x="95915" y="761034"/>
                  </a:lnTo>
                  <a:lnTo>
                    <a:pt x="87206" y="762960"/>
                  </a:lnTo>
                  <a:close/>
                </a:path>
                <a:path extrusionOk="0" h="970914" w="1512570">
                  <a:moveTo>
                    <a:pt x="105885" y="822540"/>
                  </a:moveTo>
                  <a:lnTo>
                    <a:pt x="112532" y="814424"/>
                  </a:lnTo>
                  <a:lnTo>
                    <a:pt x="12011" y="814424"/>
                  </a:lnTo>
                  <a:lnTo>
                    <a:pt x="11744" y="814832"/>
                  </a:lnTo>
                  <a:lnTo>
                    <a:pt x="11362" y="815627"/>
                  </a:lnTo>
                  <a:lnTo>
                    <a:pt x="100678" y="815627"/>
                  </a:lnTo>
                  <a:lnTo>
                    <a:pt x="105885" y="822540"/>
                  </a:lnTo>
                  <a:close/>
                </a:path>
                <a:path extrusionOk="0" h="970914" w="1512570">
                  <a:moveTo>
                    <a:pt x="97606" y="823645"/>
                  </a:moveTo>
                  <a:lnTo>
                    <a:pt x="100678" y="815627"/>
                  </a:lnTo>
                  <a:lnTo>
                    <a:pt x="11362" y="815627"/>
                  </a:lnTo>
                  <a:lnTo>
                    <a:pt x="10369" y="817689"/>
                  </a:lnTo>
                  <a:lnTo>
                    <a:pt x="10297" y="817838"/>
                  </a:lnTo>
                  <a:lnTo>
                    <a:pt x="89894" y="817838"/>
                  </a:lnTo>
                  <a:lnTo>
                    <a:pt x="97606" y="823645"/>
                  </a:lnTo>
                  <a:close/>
                </a:path>
                <a:path extrusionOk="0" h="970914" w="1512570">
                  <a:moveTo>
                    <a:pt x="117470" y="823035"/>
                  </a:moveTo>
                  <a:lnTo>
                    <a:pt x="126803" y="817689"/>
                  </a:lnTo>
                  <a:lnTo>
                    <a:pt x="114404" y="817689"/>
                  </a:lnTo>
                  <a:lnTo>
                    <a:pt x="117470" y="823035"/>
                  </a:lnTo>
                  <a:close/>
                </a:path>
                <a:path extrusionOk="0" h="970914" w="1512570">
                  <a:moveTo>
                    <a:pt x="88858" y="826218"/>
                  </a:moveTo>
                  <a:lnTo>
                    <a:pt x="89894" y="817838"/>
                  </a:lnTo>
                  <a:lnTo>
                    <a:pt x="10297" y="817838"/>
                  </a:lnTo>
                  <a:lnTo>
                    <a:pt x="8851" y="820841"/>
                  </a:lnTo>
                  <a:lnTo>
                    <a:pt x="81193" y="820841"/>
                  </a:lnTo>
                  <a:lnTo>
                    <a:pt x="88858" y="826218"/>
                  </a:lnTo>
                  <a:close/>
                </a:path>
                <a:path extrusionOk="0" h="970914" w="1512570">
                  <a:moveTo>
                    <a:pt x="74863" y="836956"/>
                  </a:moveTo>
                  <a:lnTo>
                    <a:pt x="71936" y="828276"/>
                  </a:lnTo>
                  <a:lnTo>
                    <a:pt x="81388" y="828276"/>
                  </a:lnTo>
                  <a:lnTo>
                    <a:pt x="81266" y="823645"/>
                  </a:lnTo>
                  <a:lnTo>
                    <a:pt x="81193" y="820841"/>
                  </a:lnTo>
                  <a:lnTo>
                    <a:pt x="8851" y="820841"/>
                  </a:lnTo>
                  <a:lnTo>
                    <a:pt x="5529" y="827741"/>
                  </a:lnTo>
                  <a:lnTo>
                    <a:pt x="5418" y="828102"/>
                  </a:lnTo>
                  <a:lnTo>
                    <a:pt x="5364" y="828276"/>
                  </a:lnTo>
                  <a:lnTo>
                    <a:pt x="71936" y="828276"/>
                  </a:lnTo>
                  <a:lnTo>
                    <a:pt x="81461" y="831049"/>
                  </a:lnTo>
                  <a:lnTo>
                    <a:pt x="4512" y="831049"/>
                  </a:lnTo>
                  <a:lnTo>
                    <a:pt x="3230" y="835220"/>
                  </a:lnTo>
                  <a:lnTo>
                    <a:pt x="65769" y="835220"/>
                  </a:lnTo>
                  <a:lnTo>
                    <a:pt x="74863" y="836956"/>
                  </a:lnTo>
                  <a:close/>
                </a:path>
                <a:path extrusionOk="0" h="970914" w="1512570">
                  <a:moveTo>
                    <a:pt x="127052" y="826218"/>
                  </a:moveTo>
                  <a:lnTo>
                    <a:pt x="127421" y="826218"/>
                  </a:lnTo>
                  <a:lnTo>
                    <a:pt x="136311" y="823510"/>
                  </a:lnTo>
                  <a:lnTo>
                    <a:pt x="126973" y="823510"/>
                  </a:lnTo>
                  <a:lnTo>
                    <a:pt x="127052" y="826218"/>
                  </a:lnTo>
                  <a:close/>
                </a:path>
                <a:path extrusionOk="0" h="970914" w="1512570">
                  <a:moveTo>
                    <a:pt x="135220" y="832497"/>
                  </a:moveTo>
                  <a:lnTo>
                    <a:pt x="146981" y="831645"/>
                  </a:lnTo>
                  <a:lnTo>
                    <a:pt x="135324" y="831645"/>
                  </a:lnTo>
                  <a:lnTo>
                    <a:pt x="135220" y="832497"/>
                  </a:lnTo>
                  <a:close/>
                </a:path>
                <a:path extrusionOk="0" h="970914" w="1512570">
                  <a:moveTo>
                    <a:pt x="70706" y="844194"/>
                  </a:moveTo>
                  <a:lnTo>
                    <a:pt x="65769" y="835220"/>
                  </a:lnTo>
                  <a:lnTo>
                    <a:pt x="3230" y="835220"/>
                  </a:lnTo>
                  <a:lnTo>
                    <a:pt x="2086" y="838942"/>
                  </a:lnTo>
                  <a:lnTo>
                    <a:pt x="1480" y="842833"/>
                  </a:lnTo>
                  <a:lnTo>
                    <a:pt x="59287" y="842833"/>
                  </a:lnTo>
                  <a:lnTo>
                    <a:pt x="70706" y="844194"/>
                  </a:lnTo>
                  <a:close/>
                </a:path>
                <a:path extrusionOk="0" h="970914" w="1512570">
                  <a:moveTo>
                    <a:pt x="1640" y="889430"/>
                  </a:moveTo>
                  <a:lnTo>
                    <a:pt x="61645" y="889430"/>
                  </a:lnTo>
                  <a:lnTo>
                    <a:pt x="69156" y="879545"/>
                  </a:lnTo>
                  <a:lnTo>
                    <a:pt x="56691" y="879200"/>
                  </a:lnTo>
                  <a:lnTo>
                    <a:pt x="66253" y="872610"/>
                  </a:lnTo>
                  <a:lnTo>
                    <a:pt x="54724" y="869153"/>
                  </a:lnTo>
                  <a:lnTo>
                    <a:pt x="64756" y="866051"/>
                  </a:lnTo>
                  <a:lnTo>
                    <a:pt x="55637" y="860959"/>
                  </a:lnTo>
                  <a:lnTo>
                    <a:pt x="65170" y="858816"/>
                  </a:lnTo>
                  <a:lnTo>
                    <a:pt x="57259" y="852418"/>
                  </a:lnTo>
                  <a:lnTo>
                    <a:pt x="66844" y="851450"/>
                  </a:lnTo>
                  <a:lnTo>
                    <a:pt x="59287" y="842833"/>
                  </a:lnTo>
                  <a:lnTo>
                    <a:pt x="1480" y="842833"/>
                  </a:lnTo>
                  <a:lnTo>
                    <a:pt x="268" y="850615"/>
                  </a:lnTo>
                  <a:lnTo>
                    <a:pt x="181" y="852418"/>
                  </a:lnTo>
                  <a:lnTo>
                    <a:pt x="88" y="854355"/>
                  </a:lnTo>
                  <a:lnTo>
                    <a:pt x="0" y="874322"/>
                  </a:lnTo>
                  <a:lnTo>
                    <a:pt x="674" y="882591"/>
                  </a:lnTo>
                  <a:lnTo>
                    <a:pt x="796" y="884086"/>
                  </a:lnTo>
                  <a:lnTo>
                    <a:pt x="1640" y="889430"/>
                  </a:lnTo>
                  <a:close/>
                </a:path>
                <a:path extrusionOk="0" h="970914" w="1512570">
                  <a:moveTo>
                    <a:pt x="3362" y="897688"/>
                  </a:moveTo>
                  <a:lnTo>
                    <a:pt x="67389" y="897688"/>
                  </a:lnTo>
                  <a:lnTo>
                    <a:pt x="74733" y="888248"/>
                  </a:lnTo>
                  <a:lnTo>
                    <a:pt x="61645" y="889430"/>
                  </a:lnTo>
                  <a:lnTo>
                    <a:pt x="1640" y="889430"/>
                  </a:lnTo>
                  <a:lnTo>
                    <a:pt x="2228" y="893148"/>
                  </a:lnTo>
                  <a:lnTo>
                    <a:pt x="2331" y="893801"/>
                  </a:lnTo>
                  <a:lnTo>
                    <a:pt x="3362" y="897688"/>
                  </a:lnTo>
                  <a:close/>
                </a:path>
                <a:path extrusionOk="0" h="970914" w="1512570">
                  <a:moveTo>
                    <a:pt x="140868" y="890890"/>
                  </a:moveTo>
                  <a:lnTo>
                    <a:pt x="149222" y="890890"/>
                  </a:lnTo>
                  <a:lnTo>
                    <a:pt x="139958" y="889799"/>
                  </a:lnTo>
                  <a:lnTo>
                    <a:pt x="140868" y="890890"/>
                  </a:lnTo>
                  <a:close/>
                </a:path>
                <a:path extrusionOk="0" h="970914" w="1512570">
                  <a:moveTo>
                    <a:pt x="5311" y="904393"/>
                  </a:moveTo>
                  <a:lnTo>
                    <a:pt x="75945" y="904393"/>
                  </a:lnTo>
                  <a:lnTo>
                    <a:pt x="80485" y="893148"/>
                  </a:lnTo>
                  <a:lnTo>
                    <a:pt x="67389" y="897688"/>
                  </a:lnTo>
                  <a:lnTo>
                    <a:pt x="3362" y="897688"/>
                  </a:lnTo>
                  <a:lnTo>
                    <a:pt x="4762" y="902956"/>
                  </a:lnTo>
                  <a:lnTo>
                    <a:pt x="4847" y="903275"/>
                  </a:lnTo>
                  <a:lnTo>
                    <a:pt x="5311" y="904393"/>
                  </a:lnTo>
                  <a:close/>
                </a:path>
                <a:path extrusionOk="0" h="970914" w="1512570">
                  <a:moveTo>
                    <a:pt x="137257" y="897143"/>
                  </a:moveTo>
                  <a:lnTo>
                    <a:pt x="146081" y="897143"/>
                  </a:lnTo>
                  <a:lnTo>
                    <a:pt x="135673" y="893801"/>
                  </a:lnTo>
                  <a:lnTo>
                    <a:pt x="137257" y="897143"/>
                  </a:lnTo>
                  <a:close/>
                </a:path>
                <a:path extrusionOk="0" h="970914" w="1512570">
                  <a:moveTo>
                    <a:pt x="131786" y="903848"/>
                  </a:moveTo>
                  <a:lnTo>
                    <a:pt x="140435" y="903848"/>
                  </a:lnTo>
                  <a:lnTo>
                    <a:pt x="130227" y="898002"/>
                  </a:lnTo>
                  <a:lnTo>
                    <a:pt x="131786" y="903848"/>
                  </a:lnTo>
                  <a:close/>
                </a:path>
                <a:path extrusionOk="0" h="970914" w="1512570">
                  <a:moveTo>
                    <a:pt x="7208" y="908955"/>
                  </a:moveTo>
                  <a:lnTo>
                    <a:pt x="84831" y="908955"/>
                  </a:lnTo>
                  <a:lnTo>
                    <a:pt x="86027" y="899208"/>
                  </a:lnTo>
                  <a:lnTo>
                    <a:pt x="86145" y="898248"/>
                  </a:lnTo>
                  <a:lnTo>
                    <a:pt x="75945" y="904393"/>
                  </a:lnTo>
                  <a:lnTo>
                    <a:pt x="5311" y="904393"/>
                  </a:lnTo>
                  <a:lnTo>
                    <a:pt x="7208" y="908955"/>
                  </a:lnTo>
                  <a:close/>
                </a:path>
                <a:path extrusionOk="0" h="970914" w="1512570">
                  <a:moveTo>
                    <a:pt x="123817" y="908119"/>
                  </a:moveTo>
                  <a:lnTo>
                    <a:pt x="132924" y="908119"/>
                  </a:lnTo>
                  <a:lnTo>
                    <a:pt x="124052" y="900622"/>
                  </a:lnTo>
                  <a:lnTo>
                    <a:pt x="123934" y="904393"/>
                  </a:lnTo>
                  <a:lnTo>
                    <a:pt x="123817" y="908119"/>
                  </a:lnTo>
                  <a:close/>
                </a:path>
                <a:path extrusionOk="0" h="970914" w="1512570">
                  <a:moveTo>
                    <a:pt x="8578" y="912250"/>
                  </a:moveTo>
                  <a:lnTo>
                    <a:pt x="93737" y="912250"/>
                  </a:lnTo>
                  <a:lnTo>
                    <a:pt x="93625" y="901504"/>
                  </a:lnTo>
                  <a:lnTo>
                    <a:pt x="84831" y="908955"/>
                  </a:lnTo>
                  <a:lnTo>
                    <a:pt x="7208" y="908955"/>
                  </a:lnTo>
                  <a:lnTo>
                    <a:pt x="8578" y="912250"/>
                  </a:lnTo>
                  <a:close/>
                </a:path>
                <a:path extrusionOk="0" h="970914" w="1512570">
                  <a:moveTo>
                    <a:pt x="10463" y="915275"/>
                  </a:moveTo>
                  <a:lnTo>
                    <a:pt x="101602" y="915275"/>
                  </a:lnTo>
                  <a:lnTo>
                    <a:pt x="99532" y="904393"/>
                  </a:lnTo>
                  <a:lnTo>
                    <a:pt x="99429" y="903848"/>
                  </a:lnTo>
                  <a:lnTo>
                    <a:pt x="99320" y="903275"/>
                  </a:lnTo>
                  <a:lnTo>
                    <a:pt x="99259" y="902956"/>
                  </a:lnTo>
                  <a:lnTo>
                    <a:pt x="93737" y="912250"/>
                  </a:lnTo>
                  <a:lnTo>
                    <a:pt x="8578" y="912250"/>
                  </a:lnTo>
                  <a:lnTo>
                    <a:pt x="10463" y="915275"/>
                  </a:lnTo>
                  <a:close/>
                </a:path>
                <a:path extrusionOk="0" h="970914" w="1512570">
                  <a:moveTo>
                    <a:pt x="113102" y="911636"/>
                  </a:moveTo>
                  <a:lnTo>
                    <a:pt x="123706" y="911636"/>
                  </a:lnTo>
                  <a:lnTo>
                    <a:pt x="116018" y="903275"/>
                  </a:lnTo>
                  <a:lnTo>
                    <a:pt x="116201" y="903275"/>
                  </a:lnTo>
                  <a:lnTo>
                    <a:pt x="113102" y="911636"/>
                  </a:lnTo>
                  <a:close/>
                </a:path>
                <a:path extrusionOk="0" h="970914" w="1512570">
                  <a:moveTo>
                    <a:pt x="102040" y="914439"/>
                  </a:moveTo>
                  <a:lnTo>
                    <a:pt x="112063" y="914439"/>
                  </a:lnTo>
                  <a:lnTo>
                    <a:pt x="107187" y="904393"/>
                  </a:lnTo>
                  <a:lnTo>
                    <a:pt x="105346" y="908119"/>
                  </a:lnTo>
                  <a:lnTo>
                    <a:pt x="102040" y="914439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8"/>
            <p:cNvSpPr/>
            <p:nvPr/>
          </p:nvSpPr>
          <p:spPr>
            <a:xfrm>
              <a:off x="5454925" y="1738397"/>
              <a:ext cx="478790" cy="405130"/>
            </a:xfrm>
            <a:custGeom>
              <a:rect b="b" l="l" r="r" t="t"/>
              <a:pathLst>
                <a:path extrusionOk="0" h="405130" w="478789">
                  <a:moveTo>
                    <a:pt x="13365" y="404696"/>
                  </a:moveTo>
                  <a:lnTo>
                    <a:pt x="153423" y="308993"/>
                  </a:lnTo>
                  <a:lnTo>
                    <a:pt x="178611" y="290985"/>
                  </a:lnTo>
                  <a:lnTo>
                    <a:pt x="203285" y="272722"/>
                  </a:lnTo>
                  <a:lnTo>
                    <a:pt x="226773" y="256195"/>
                  </a:lnTo>
                  <a:lnTo>
                    <a:pt x="261920" y="237670"/>
                  </a:lnTo>
                  <a:lnTo>
                    <a:pt x="295026" y="232937"/>
                  </a:lnTo>
                  <a:lnTo>
                    <a:pt x="306475" y="233254"/>
                  </a:lnTo>
                  <a:lnTo>
                    <a:pt x="331962" y="236360"/>
                  </a:lnTo>
                  <a:lnTo>
                    <a:pt x="354202" y="237785"/>
                  </a:lnTo>
                  <a:lnTo>
                    <a:pt x="395268" y="231245"/>
                  </a:lnTo>
                  <a:lnTo>
                    <a:pt x="432241" y="209374"/>
                  </a:lnTo>
                  <a:lnTo>
                    <a:pt x="462514" y="177192"/>
                  </a:lnTo>
                  <a:lnTo>
                    <a:pt x="478378" y="142002"/>
                  </a:lnTo>
                  <a:lnTo>
                    <a:pt x="476995" y="124950"/>
                  </a:lnTo>
                  <a:lnTo>
                    <a:pt x="391274" y="180254"/>
                  </a:lnTo>
                  <a:lnTo>
                    <a:pt x="379319" y="174950"/>
                  </a:lnTo>
                  <a:lnTo>
                    <a:pt x="345135" y="150703"/>
                  </a:lnTo>
                  <a:lnTo>
                    <a:pt x="321909" y="117237"/>
                  </a:lnTo>
                  <a:lnTo>
                    <a:pt x="315093" y="88319"/>
                  </a:lnTo>
                  <a:lnTo>
                    <a:pt x="316222" y="77258"/>
                  </a:lnTo>
                  <a:lnTo>
                    <a:pt x="318458" y="64577"/>
                  </a:lnTo>
                  <a:lnTo>
                    <a:pt x="382518" y="18951"/>
                  </a:lnTo>
                  <a:lnTo>
                    <a:pt x="386666" y="3282"/>
                  </a:lnTo>
                  <a:lnTo>
                    <a:pt x="368065" y="940"/>
                  </a:lnTo>
                  <a:lnTo>
                    <a:pt x="351870" y="0"/>
                  </a:lnTo>
                  <a:lnTo>
                    <a:pt x="337353" y="977"/>
                  </a:lnTo>
                  <a:lnTo>
                    <a:pt x="288848" y="19590"/>
                  </a:lnTo>
                  <a:lnTo>
                    <a:pt x="260351" y="46218"/>
                  </a:lnTo>
                  <a:lnTo>
                    <a:pt x="241954" y="80246"/>
                  </a:lnTo>
                  <a:lnTo>
                    <a:pt x="203241" y="159515"/>
                  </a:lnTo>
                  <a:lnTo>
                    <a:pt x="0" y="283949"/>
                  </a:lnTo>
                  <a:lnTo>
                    <a:pt x="13365" y="404696"/>
                  </a:lnTo>
                  <a:close/>
                </a:path>
              </a:pathLst>
            </a:custGeom>
            <a:solidFill>
              <a:srgbClr val="EBEC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0" name="Google Shape;440;p3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492495" y="1947671"/>
              <a:ext cx="173735" cy="131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3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483351" y="1932431"/>
              <a:ext cx="201167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38"/>
            <p:cNvSpPr/>
            <p:nvPr/>
          </p:nvSpPr>
          <p:spPr>
            <a:xfrm>
              <a:off x="5524054" y="1982712"/>
              <a:ext cx="137160" cy="90170"/>
            </a:xfrm>
            <a:custGeom>
              <a:rect b="b" l="l" r="r" t="t"/>
              <a:pathLst>
                <a:path extrusionOk="0" h="90169" w="137160">
                  <a:moveTo>
                    <a:pt x="8756" y="89868"/>
                  </a:moveTo>
                  <a:lnTo>
                    <a:pt x="136877" y="5991"/>
                  </a:lnTo>
                  <a:lnTo>
                    <a:pt x="133190" y="0"/>
                  </a:lnTo>
                  <a:lnTo>
                    <a:pt x="0" y="88025"/>
                  </a:lnTo>
                  <a:lnTo>
                    <a:pt x="8756" y="89868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3" name="Google Shape;443;p3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538215" y="1862327"/>
              <a:ext cx="402335" cy="216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3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700105" y="1862887"/>
              <a:ext cx="81112" cy="1108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8"/>
            <p:cNvSpPr/>
            <p:nvPr/>
          </p:nvSpPr>
          <p:spPr>
            <a:xfrm>
              <a:off x="4458043" y="2422989"/>
              <a:ext cx="299720" cy="252095"/>
            </a:xfrm>
            <a:custGeom>
              <a:rect b="b" l="l" r="r" t="t"/>
              <a:pathLst>
                <a:path extrusionOk="0" h="252094" w="299720">
                  <a:moveTo>
                    <a:pt x="98590" y="252048"/>
                  </a:moveTo>
                  <a:lnTo>
                    <a:pt x="140349" y="235176"/>
                  </a:lnTo>
                  <a:lnTo>
                    <a:pt x="168831" y="198301"/>
                  </a:lnTo>
                  <a:lnTo>
                    <a:pt x="177272" y="165208"/>
                  </a:lnTo>
                  <a:lnTo>
                    <a:pt x="184745" y="150478"/>
                  </a:lnTo>
                  <a:lnTo>
                    <a:pt x="205999" y="130433"/>
                  </a:lnTo>
                  <a:lnTo>
                    <a:pt x="206869" y="129683"/>
                  </a:lnTo>
                  <a:lnTo>
                    <a:pt x="232804" y="113658"/>
                  </a:lnTo>
                  <a:lnTo>
                    <a:pt x="259868" y="98329"/>
                  </a:lnTo>
                  <a:lnTo>
                    <a:pt x="284508" y="80162"/>
                  </a:lnTo>
                  <a:lnTo>
                    <a:pt x="290042" y="75002"/>
                  </a:lnTo>
                  <a:lnTo>
                    <a:pt x="298848" y="62566"/>
                  </a:lnTo>
                  <a:lnTo>
                    <a:pt x="299500" y="0"/>
                  </a:lnTo>
                  <a:lnTo>
                    <a:pt x="298848" y="0"/>
                  </a:lnTo>
                  <a:lnTo>
                    <a:pt x="216074" y="58656"/>
                  </a:lnTo>
                  <a:lnTo>
                    <a:pt x="170572" y="124313"/>
                  </a:lnTo>
                  <a:lnTo>
                    <a:pt x="170451" y="124487"/>
                  </a:lnTo>
                  <a:lnTo>
                    <a:pt x="112864" y="124487"/>
                  </a:lnTo>
                  <a:lnTo>
                    <a:pt x="114058" y="129683"/>
                  </a:lnTo>
                  <a:lnTo>
                    <a:pt x="123819" y="129683"/>
                  </a:lnTo>
                  <a:lnTo>
                    <a:pt x="122491" y="137992"/>
                  </a:lnTo>
                  <a:lnTo>
                    <a:pt x="132767" y="137992"/>
                  </a:lnTo>
                  <a:lnTo>
                    <a:pt x="125993" y="145574"/>
                  </a:lnTo>
                  <a:lnTo>
                    <a:pt x="124952" y="145574"/>
                  </a:lnTo>
                  <a:lnTo>
                    <a:pt x="137969" y="146604"/>
                  </a:lnTo>
                  <a:lnTo>
                    <a:pt x="130627" y="153050"/>
                  </a:lnTo>
                  <a:lnTo>
                    <a:pt x="142986" y="153367"/>
                  </a:lnTo>
                  <a:lnTo>
                    <a:pt x="131536" y="158952"/>
                  </a:lnTo>
                  <a:lnTo>
                    <a:pt x="142724" y="160596"/>
                  </a:lnTo>
                  <a:lnTo>
                    <a:pt x="132550" y="165208"/>
                  </a:lnTo>
                  <a:lnTo>
                    <a:pt x="131795" y="165208"/>
                  </a:lnTo>
                  <a:lnTo>
                    <a:pt x="142415" y="168914"/>
                  </a:lnTo>
                  <a:lnTo>
                    <a:pt x="132036" y="170669"/>
                  </a:lnTo>
                  <a:lnTo>
                    <a:pt x="131764" y="170669"/>
                  </a:lnTo>
                  <a:lnTo>
                    <a:pt x="140925" y="174137"/>
                  </a:lnTo>
                  <a:lnTo>
                    <a:pt x="129988" y="175896"/>
                  </a:lnTo>
                  <a:lnTo>
                    <a:pt x="138098" y="181315"/>
                  </a:lnTo>
                  <a:lnTo>
                    <a:pt x="126958" y="182246"/>
                  </a:lnTo>
                  <a:lnTo>
                    <a:pt x="134962" y="189074"/>
                  </a:lnTo>
                  <a:lnTo>
                    <a:pt x="123333" y="189469"/>
                  </a:lnTo>
                  <a:lnTo>
                    <a:pt x="131244" y="197269"/>
                  </a:lnTo>
                  <a:lnTo>
                    <a:pt x="121431" y="197269"/>
                  </a:lnTo>
                  <a:lnTo>
                    <a:pt x="124277" y="203100"/>
                  </a:lnTo>
                  <a:lnTo>
                    <a:pt x="117135" y="203100"/>
                  </a:lnTo>
                  <a:lnTo>
                    <a:pt x="119120" y="207554"/>
                  </a:lnTo>
                  <a:lnTo>
                    <a:pt x="109851" y="207554"/>
                  </a:lnTo>
                  <a:lnTo>
                    <a:pt x="109906" y="208263"/>
                  </a:lnTo>
                  <a:lnTo>
                    <a:pt x="110025" y="209808"/>
                  </a:lnTo>
                  <a:lnTo>
                    <a:pt x="110112" y="210932"/>
                  </a:lnTo>
                  <a:lnTo>
                    <a:pt x="100820" y="210932"/>
                  </a:lnTo>
                  <a:lnTo>
                    <a:pt x="100473" y="214355"/>
                  </a:lnTo>
                  <a:lnTo>
                    <a:pt x="89048" y="214355"/>
                  </a:lnTo>
                  <a:lnTo>
                    <a:pt x="88500" y="215380"/>
                  </a:lnTo>
                  <a:lnTo>
                    <a:pt x="88378" y="215608"/>
                  </a:lnTo>
                  <a:lnTo>
                    <a:pt x="18519" y="215608"/>
                  </a:lnTo>
                  <a:lnTo>
                    <a:pt x="23490" y="221467"/>
                  </a:lnTo>
                  <a:lnTo>
                    <a:pt x="36679" y="232717"/>
                  </a:lnTo>
                  <a:lnTo>
                    <a:pt x="51311" y="241553"/>
                  </a:lnTo>
                  <a:lnTo>
                    <a:pt x="66318" y="247557"/>
                  </a:lnTo>
                  <a:lnTo>
                    <a:pt x="82320" y="251208"/>
                  </a:lnTo>
                  <a:lnTo>
                    <a:pt x="98590" y="252048"/>
                  </a:lnTo>
                  <a:close/>
                </a:path>
                <a:path extrusionOk="0" h="252094" w="299720">
                  <a:moveTo>
                    <a:pt x="112864" y="124487"/>
                  </a:moveTo>
                  <a:lnTo>
                    <a:pt x="170451" y="124487"/>
                  </a:lnTo>
                  <a:lnTo>
                    <a:pt x="162423" y="109225"/>
                  </a:lnTo>
                  <a:lnTo>
                    <a:pt x="113448" y="82418"/>
                  </a:lnTo>
                  <a:lnTo>
                    <a:pt x="85727" y="76253"/>
                  </a:lnTo>
                  <a:lnTo>
                    <a:pt x="74928" y="77763"/>
                  </a:lnTo>
                  <a:lnTo>
                    <a:pt x="35900" y="96988"/>
                  </a:lnTo>
                  <a:lnTo>
                    <a:pt x="17203" y="115619"/>
                  </a:lnTo>
                  <a:lnTo>
                    <a:pt x="88480" y="115619"/>
                  </a:lnTo>
                  <a:lnTo>
                    <a:pt x="89095" y="116743"/>
                  </a:lnTo>
                  <a:lnTo>
                    <a:pt x="99698" y="116743"/>
                  </a:lnTo>
                  <a:lnTo>
                    <a:pt x="99490" y="116987"/>
                  </a:lnTo>
                  <a:lnTo>
                    <a:pt x="102498" y="122170"/>
                  </a:lnTo>
                  <a:lnTo>
                    <a:pt x="112331" y="122170"/>
                  </a:lnTo>
                  <a:lnTo>
                    <a:pt x="112824" y="124313"/>
                  </a:lnTo>
                  <a:lnTo>
                    <a:pt x="112864" y="124487"/>
                  </a:lnTo>
                  <a:close/>
                </a:path>
                <a:path extrusionOk="0" h="252094" w="299720">
                  <a:moveTo>
                    <a:pt x="83390" y="124785"/>
                  </a:moveTo>
                  <a:lnTo>
                    <a:pt x="83595" y="124487"/>
                  </a:lnTo>
                  <a:lnTo>
                    <a:pt x="88480" y="115619"/>
                  </a:lnTo>
                  <a:lnTo>
                    <a:pt x="17203" y="115619"/>
                  </a:lnTo>
                  <a:lnTo>
                    <a:pt x="17018" y="115869"/>
                  </a:lnTo>
                  <a:lnTo>
                    <a:pt x="77271" y="115869"/>
                  </a:lnTo>
                  <a:lnTo>
                    <a:pt x="83390" y="124785"/>
                  </a:lnTo>
                  <a:close/>
                </a:path>
                <a:path extrusionOk="0" h="252094" w="299720">
                  <a:moveTo>
                    <a:pt x="74784" y="126898"/>
                  </a:moveTo>
                  <a:lnTo>
                    <a:pt x="77271" y="115869"/>
                  </a:lnTo>
                  <a:lnTo>
                    <a:pt x="17018" y="115869"/>
                  </a:lnTo>
                  <a:lnTo>
                    <a:pt x="14734" y="118961"/>
                  </a:lnTo>
                  <a:lnTo>
                    <a:pt x="67193" y="118961"/>
                  </a:lnTo>
                  <a:lnTo>
                    <a:pt x="74784" y="126898"/>
                  </a:lnTo>
                  <a:close/>
                </a:path>
                <a:path extrusionOk="0" h="252094" w="299720">
                  <a:moveTo>
                    <a:pt x="99490" y="116987"/>
                  </a:moveTo>
                  <a:lnTo>
                    <a:pt x="99698" y="116743"/>
                  </a:lnTo>
                  <a:lnTo>
                    <a:pt x="99348" y="116743"/>
                  </a:lnTo>
                  <a:lnTo>
                    <a:pt x="99490" y="116987"/>
                  </a:lnTo>
                  <a:close/>
                </a:path>
                <a:path extrusionOk="0" h="252094" w="299720">
                  <a:moveTo>
                    <a:pt x="93239" y="124313"/>
                  </a:moveTo>
                  <a:lnTo>
                    <a:pt x="99490" y="116987"/>
                  </a:lnTo>
                  <a:lnTo>
                    <a:pt x="99348" y="116743"/>
                  </a:lnTo>
                  <a:lnTo>
                    <a:pt x="89095" y="116743"/>
                  </a:lnTo>
                  <a:lnTo>
                    <a:pt x="93239" y="124313"/>
                  </a:lnTo>
                  <a:close/>
                </a:path>
                <a:path extrusionOk="0" h="252094" w="299720">
                  <a:moveTo>
                    <a:pt x="66728" y="130433"/>
                  </a:moveTo>
                  <a:lnTo>
                    <a:pt x="66758" y="129683"/>
                  </a:lnTo>
                  <a:lnTo>
                    <a:pt x="66871" y="126898"/>
                  </a:lnTo>
                  <a:lnTo>
                    <a:pt x="66957" y="124785"/>
                  </a:lnTo>
                  <a:lnTo>
                    <a:pt x="67063" y="122170"/>
                  </a:lnTo>
                  <a:lnTo>
                    <a:pt x="67154" y="119917"/>
                  </a:lnTo>
                  <a:lnTo>
                    <a:pt x="67193" y="118961"/>
                  </a:lnTo>
                  <a:lnTo>
                    <a:pt x="14734" y="118961"/>
                  </a:lnTo>
                  <a:lnTo>
                    <a:pt x="14028" y="119917"/>
                  </a:lnTo>
                  <a:lnTo>
                    <a:pt x="11430" y="124785"/>
                  </a:lnTo>
                  <a:lnTo>
                    <a:pt x="57827" y="124785"/>
                  </a:lnTo>
                  <a:lnTo>
                    <a:pt x="66728" y="130433"/>
                  </a:lnTo>
                  <a:close/>
                </a:path>
                <a:path extrusionOk="0" h="252094" w="299720">
                  <a:moveTo>
                    <a:pt x="105242" y="126898"/>
                  </a:moveTo>
                  <a:lnTo>
                    <a:pt x="108448" y="124785"/>
                  </a:lnTo>
                  <a:lnTo>
                    <a:pt x="112331" y="122170"/>
                  </a:lnTo>
                  <a:lnTo>
                    <a:pt x="102498" y="122170"/>
                  </a:lnTo>
                  <a:lnTo>
                    <a:pt x="105242" y="126898"/>
                  </a:lnTo>
                  <a:close/>
                </a:path>
                <a:path extrusionOk="0" h="252094" w="299720">
                  <a:moveTo>
                    <a:pt x="7959" y="131942"/>
                  </a:moveTo>
                  <a:lnTo>
                    <a:pt x="59397" y="131942"/>
                  </a:lnTo>
                  <a:lnTo>
                    <a:pt x="57827" y="124785"/>
                  </a:lnTo>
                  <a:lnTo>
                    <a:pt x="11430" y="124785"/>
                  </a:lnTo>
                  <a:lnTo>
                    <a:pt x="8817" y="129683"/>
                  </a:lnTo>
                  <a:lnTo>
                    <a:pt x="7959" y="131942"/>
                  </a:lnTo>
                  <a:close/>
                </a:path>
                <a:path extrusionOk="0" h="252094" w="299720">
                  <a:moveTo>
                    <a:pt x="114438" y="131336"/>
                  </a:moveTo>
                  <a:lnTo>
                    <a:pt x="123819" y="129683"/>
                  </a:lnTo>
                  <a:lnTo>
                    <a:pt x="114058" y="129683"/>
                  </a:lnTo>
                  <a:lnTo>
                    <a:pt x="114438" y="131336"/>
                  </a:lnTo>
                  <a:close/>
                </a:path>
                <a:path extrusionOk="0" h="252094" w="299720">
                  <a:moveTo>
                    <a:pt x="51693" y="135773"/>
                  </a:moveTo>
                  <a:lnTo>
                    <a:pt x="60237" y="135773"/>
                  </a:lnTo>
                  <a:lnTo>
                    <a:pt x="50335" y="131942"/>
                  </a:lnTo>
                  <a:lnTo>
                    <a:pt x="51693" y="135773"/>
                  </a:lnTo>
                  <a:close/>
                </a:path>
                <a:path extrusionOk="0" h="252094" w="299720">
                  <a:moveTo>
                    <a:pt x="53864" y="141897"/>
                  </a:moveTo>
                  <a:lnTo>
                    <a:pt x="51693" y="135773"/>
                  </a:lnTo>
                  <a:lnTo>
                    <a:pt x="6522" y="135773"/>
                  </a:lnTo>
                  <a:lnTo>
                    <a:pt x="5261" y="139138"/>
                  </a:lnTo>
                  <a:lnTo>
                    <a:pt x="43674" y="139138"/>
                  </a:lnTo>
                  <a:lnTo>
                    <a:pt x="53864" y="141897"/>
                  </a:lnTo>
                  <a:close/>
                </a:path>
                <a:path extrusionOk="0" h="252094" w="299720">
                  <a:moveTo>
                    <a:pt x="50473" y="149372"/>
                  </a:moveTo>
                  <a:lnTo>
                    <a:pt x="43674" y="139138"/>
                  </a:lnTo>
                  <a:lnTo>
                    <a:pt x="5261" y="139138"/>
                  </a:lnTo>
                  <a:lnTo>
                    <a:pt x="4833" y="140280"/>
                  </a:lnTo>
                  <a:lnTo>
                    <a:pt x="2692" y="148794"/>
                  </a:lnTo>
                  <a:lnTo>
                    <a:pt x="40019" y="148794"/>
                  </a:lnTo>
                  <a:lnTo>
                    <a:pt x="50473" y="149372"/>
                  </a:lnTo>
                  <a:close/>
                </a:path>
                <a:path extrusionOk="0" h="252094" w="299720">
                  <a:moveTo>
                    <a:pt x="1275" y="186770"/>
                  </a:moveTo>
                  <a:lnTo>
                    <a:pt x="41025" y="186770"/>
                  </a:lnTo>
                  <a:lnTo>
                    <a:pt x="49583" y="178841"/>
                  </a:lnTo>
                  <a:lnTo>
                    <a:pt x="37195" y="174597"/>
                  </a:lnTo>
                  <a:lnTo>
                    <a:pt x="47708" y="170669"/>
                  </a:lnTo>
                  <a:lnTo>
                    <a:pt x="35756" y="166794"/>
                  </a:lnTo>
                  <a:lnTo>
                    <a:pt x="46706" y="164414"/>
                  </a:lnTo>
                  <a:lnTo>
                    <a:pt x="35811" y="158193"/>
                  </a:lnTo>
                  <a:lnTo>
                    <a:pt x="47828" y="156504"/>
                  </a:lnTo>
                  <a:lnTo>
                    <a:pt x="40019" y="148794"/>
                  </a:lnTo>
                  <a:lnTo>
                    <a:pt x="2692" y="148794"/>
                  </a:lnTo>
                  <a:lnTo>
                    <a:pt x="2082" y="151217"/>
                  </a:lnTo>
                  <a:lnTo>
                    <a:pt x="416" y="162299"/>
                  </a:lnTo>
                  <a:lnTo>
                    <a:pt x="258" y="164414"/>
                  </a:lnTo>
                  <a:lnTo>
                    <a:pt x="198" y="165208"/>
                  </a:lnTo>
                  <a:lnTo>
                    <a:pt x="80" y="166794"/>
                  </a:lnTo>
                  <a:lnTo>
                    <a:pt x="0" y="178841"/>
                  </a:lnTo>
                  <a:lnTo>
                    <a:pt x="1062" y="186151"/>
                  </a:lnTo>
                  <a:lnTo>
                    <a:pt x="1175" y="186479"/>
                  </a:lnTo>
                  <a:lnTo>
                    <a:pt x="1275" y="186770"/>
                  </a:lnTo>
                  <a:close/>
                </a:path>
                <a:path extrusionOk="0" h="252094" w="299720">
                  <a:moveTo>
                    <a:pt x="4920" y="195791"/>
                  </a:moveTo>
                  <a:lnTo>
                    <a:pt x="45295" y="195791"/>
                  </a:lnTo>
                  <a:lnTo>
                    <a:pt x="53998" y="186479"/>
                  </a:lnTo>
                  <a:lnTo>
                    <a:pt x="41025" y="186770"/>
                  </a:lnTo>
                  <a:lnTo>
                    <a:pt x="1275" y="186770"/>
                  </a:lnTo>
                  <a:lnTo>
                    <a:pt x="3606" y="193566"/>
                  </a:lnTo>
                  <a:lnTo>
                    <a:pt x="4920" y="195791"/>
                  </a:lnTo>
                  <a:close/>
                </a:path>
                <a:path extrusionOk="0" h="252094" w="299720">
                  <a:moveTo>
                    <a:pt x="9937" y="204286"/>
                  </a:moveTo>
                  <a:lnTo>
                    <a:pt x="52764" y="204286"/>
                  </a:lnTo>
                  <a:lnTo>
                    <a:pt x="58434" y="192596"/>
                  </a:lnTo>
                  <a:lnTo>
                    <a:pt x="45295" y="195791"/>
                  </a:lnTo>
                  <a:lnTo>
                    <a:pt x="4920" y="195791"/>
                  </a:lnTo>
                  <a:lnTo>
                    <a:pt x="9937" y="204286"/>
                  </a:lnTo>
                  <a:close/>
                </a:path>
                <a:path extrusionOk="0" h="252094" w="299720">
                  <a:moveTo>
                    <a:pt x="121431" y="197269"/>
                  </a:moveTo>
                  <a:lnTo>
                    <a:pt x="131244" y="197269"/>
                  </a:lnTo>
                  <a:lnTo>
                    <a:pt x="119460" y="193566"/>
                  </a:lnTo>
                  <a:lnTo>
                    <a:pt x="119624" y="193566"/>
                  </a:lnTo>
                  <a:lnTo>
                    <a:pt x="121431" y="197269"/>
                  </a:lnTo>
                  <a:close/>
                </a:path>
                <a:path extrusionOk="0" h="252094" w="299720">
                  <a:moveTo>
                    <a:pt x="117135" y="203100"/>
                  </a:moveTo>
                  <a:lnTo>
                    <a:pt x="124277" y="203100"/>
                  </a:lnTo>
                  <a:lnTo>
                    <a:pt x="114657" y="197541"/>
                  </a:lnTo>
                  <a:lnTo>
                    <a:pt x="117135" y="203100"/>
                  </a:lnTo>
                  <a:close/>
                </a:path>
                <a:path extrusionOk="0" h="252094" w="299720">
                  <a:moveTo>
                    <a:pt x="13596" y="209808"/>
                  </a:moveTo>
                  <a:lnTo>
                    <a:pt x="62264" y="209808"/>
                  </a:lnTo>
                  <a:lnTo>
                    <a:pt x="64726" y="198301"/>
                  </a:lnTo>
                  <a:lnTo>
                    <a:pt x="64828" y="197823"/>
                  </a:lnTo>
                  <a:lnTo>
                    <a:pt x="52935" y="204286"/>
                  </a:lnTo>
                  <a:lnTo>
                    <a:pt x="9937" y="204286"/>
                  </a:lnTo>
                  <a:lnTo>
                    <a:pt x="12285" y="208263"/>
                  </a:lnTo>
                  <a:lnTo>
                    <a:pt x="13596" y="209808"/>
                  </a:lnTo>
                  <a:close/>
                </a:path>
                <a:path extrusionOk="0" h="252094" w="299720">
                  <a:moveTo>
                    <a:pt x="109851" y="207554"/>
                  </a:moveTo>
                  <a:lnTo>
                    <a:pt x="119120" y="207554"/>
                  </a:lnTo>
                  <a:lnTo>
                    <a:pt x="109300" y="200423"/>
                  </a:lnTo>
                  <a:lnTo>
                    <a:pt x="109851" y="207554"/>
                  </a:lnTo>
                  <a:close/>
                </a:path>
                <a:path extrusionOk="0" h="252094" w="299720">
                  <a:moveTo>
                    <a:pt x="16262" y="212949"/>
                  </a:moveTo>
                  <a:lnTo>
                    <a:pt x="70741" y="212949"/>
                  </a:lnTo>
                  <a:lnTo>
                    <a:pt x="71808" y="201375"/>
                  </a:lnTo>
                  <a:lnTo>
                    <a:pt x="62264" y="209808"/>
                  </a:lnTo>
                  <a:lnTo>
                    <a:pt x="13596" y="209808"/>
                  </a:lnTo>
                  <a:lnTo>
                    <a:pt x="16262" y="212949"/>
                  </a:lnTo>
                  <a:close/>
                </a:path>
                <a:path extrusionOk="0" h="252094" w="299720">
                  <a:moveTo>
                    <a:pt x="100820" y="210932"/>
                  </a:moveTo>
                  <a:lnTo>
                    <a:pt x="110112" y="210932"/>
                  </a:lnTo>
                  <a:lnTo>
                    <a:pt x="101569" y="203543"/>
                  </a:lnTo>
                  <a:lnTo>
                    <a:pt x="100934" y="209808"/>
                  </a:lnTo>
                  <a:lnTo>
                    <a:pt x="100820" y="210932"/>
                  </a:lnTo>
                  <a:close/>
                </a:path>
                <a:path extrusionOk="0" h="252094" w="299720">
                  <a:moveTo>
                    <a:pt x="18325" y="215380"/>
                  </a:moveTo>
                  <a:lnTo>
                    <a:pt x="79330" y="215380"/>
                  </a:lnTo>
                  <a:lnTo>
                    <a:pt x="79297" y="214355"/>
                  </a:lnTo>
                  <a:lnTo>
                    <a:pt x="79189" y="210932"/>
                  </a:lnTo>
                  <a:lnTo>
                    <a:pt x="79105" y="208263"/>
                  </a:lnTo>
                  <a:lnTo>
                    <a:pt x="78980" y="204286"/>
                  </a:lnTo>
                  <a:lnTo>
                    <a:pt x="70741" y="212949"/>
                  </a:lnTo>
                  <a:lnTo>
                    <a:pt x="16262" y="212949"/>
                  </a:lnTo>
                  <a:lnTo>
                    <a:pt x="18325" y="215380"/>
                  </a:lnTo>
                  <a:close/>
                </a:path>
                <a:path extrusionOk="0" h="252094" w="299720">
                  <a:moveTo>
                    <a:pt x="89048" y="214355"/>
                  </a:moveTo>
                  <a:lnTo>
                    <a:pt x="100473" y="214355"/>
                  </a:lnTo>
                  <a:lnTo>
                    <a:pt x="93793" y="205489"/>
                  </a:lnTo>
                  <a:lnTo>
                    <a:pt x="89048" y="214355"/>
                  </a:lnTo>
                  <a:close/>
                </a:path>
                <a:path extrusionOk="0" h="252094" w="299720">
                  <a:moveTo>
                    <a:pt x="18519" y="215608"/>
                  </a:moveTo>
                  <a:lnTo>
                    <a:pt x="88378" y="215608"/>
                  </a:lnTo>
                  <a:lnTo>
                    <a:pt x="86391" y="205659"/>
                  </a:lnTo>
                  <a:lnTo>
                    <a:pt x="79330" y="215380"/>
                  </a:lnTo>
                  <a:lnTo>
                    <a:pt x="18325" y="215380"/>
                  </a:lnTo>
                  <a:lnTo>
                    <a:pt x="18519" y="215608"/>
                  </a:lnTo>
                  <a:close/>
                </a:path>
              </a:pathLst>
            </a:custGeom>
            <a:solidFill>
              <a:srgbClr val="898A85">
                <a:alpha val="5215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6" name="Google Shape;446;p3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471415" y="2398775"/>
              <a:ext cx="295655" cy="16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3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818555" y="1848604"/>
              <a:ext cx="818979" cy="8742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8"/>
            <p:cNvSpPr/>
            <p:nvPr/>
          </p:nvSpPr>
          <p:spPr>
            <a:xfrm>
              <a:off x="4206025" y="2723156"/>
              <a:ext cx="2068195" cy="546100"/>
            </a:xfrm>
            <a:custGeom>
              <a:rect b="b" l="l" r="r" t="t"/>
              <a:pathLst>
                <a:path extrusionOk="0" h="546100" w="2068195">
                  <a:moveTo>
                    <a:pt x="2065875" y="545747"/>
                  </a:moveTo>
                  <a:lnTo>
                    <a:pt x="1962019" y="527137"/>
                  </a:lnTo>
                  <a:lnTo>
                    <a:pt x="1707686" y="485808"/>
                  </a:lnTo>
                  <a:lnTo>
                    <a:pt x="1388723" y="443508"/>
                  </a:lnTo>
                  <a:lnTo>
                    <a:pt x="1090981" y="421986"/>
                  </a:lnTo>
                  <a:lnTo>
                    <a:pt x="775964" y="436199"/>
                  </a:lnTo>
                  <a:lnTo>
                    <a:pt x="418997" y="472516"/>
                  </a:lnTo>
                  <a:lnTo>
                    <a:pt x="126658" y="509803"/>
                  </a:lnTo>
                  <a:lnTo>
                    <a:pt x="5528" y="526928"/>
                  </a:lnTo>
                  <a:lnTo>
                    <a:pt x="0" y="0"/>
                  </a:lnTo>
                  <a:lnTo>
                    <a:pt x="2067718" y="7056"/>
                  </a:lnTo>
                  <a:lnTo>
                    <a:pt x="2065875" y="545747"/>
                  </a:lnTo>
                  <a:close/>
                </a:path>
              </a:pathLst>
            </a:custGeom>
            <a:solidFill>
              <a:srgbClr val="2429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4206025" y="2723156"/>
              <a:ext cx="2068195" cy="546100"/>
            </a:xfrm>
            <a:custGeom>
              <a:rect b="b" l="l" r="r" t="t"/>
              <a:pathLst>
                <a:path extrusionOk="0" h="546100" w="2068195">
                  <a:moveTo>
                    <a:pt x="0" y="0"/>
                  </a:moveTo>
                  <a:lnTo>
                    <a:pt x="5528" y="526928"/>
                  </a:lnTo>
                  <a:lnTo>
                    <a:pt x="126658" y="509803"/>
                  </a:lnTo>
                  <a:lnTo>
                    <a:pt x="418997" y="472516"/>
                  </a:lnTo>
                  <a:lnTo>
                    <a:pt x="775964" y="436199"/>
                  </a:lnTo>
                  <a:lnTo>
                    <a:pt x="1090981" y="421986"/>
                  </a:lnTo>
                  <a:lnTo>
                    <a:pt x="1388723" y="443508"/>
                  </a:lnTo>
                  <a:lnTo>
                    <a:pt x="1707686" y="485808"/>
                  </a:lnTo>
                  <a:lnTo>
                    <a:pt x="1962019" y="527137"/>
                  </a:lnTo>
                  <a:lnTo>
                    <a:pt x="2065875" y="545747"/>
                  </a:lnTo>
                  <a:lnTo>
                    <a:pt x="2067718" y="7056"/>
                  </a:lnTo>
                  <a:lnTo>
                    <a:pt x="0" y="0"/>
                  </a:lnTo>
                </a:path>
              </a:pathLst>
            </a:custGeom>
            <a:noFill/>
            <a:ln cap="flat" cmpd="sng" w="16600">
              <a:solidFill>
                <a:srgbClr val="121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0" name="Google Shape;450;p3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4215383" y="2709671"/>
              <a:ext cx="2066692" cy="502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1" name="Google Shape;451;p38"/>
          <p:cNvSpPr txBox="1"/>
          <p:nvPr/>
        </p:nvSpPr>
        <p:spPr>
          <a:xfrm>
            <a:off x="5055408" y="3765395"/>
            <a:ext cx="2561857" cy="38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QUADRICROMIA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/>
          <p:nvPr/>
        </p:nvSpPr>
        <p:spPr>
          <a:xfrm>
            <a:off x="149837" y="7"/>
            <a:ext cx="8832797" cy="5137983"/>
          </a:xfrm>
          <a:custGeom>
            <a:rect b="b" l="l" r="r" t="t"/>
            <a:pathLst>
              <a:path extrusionOk="0" h="5321935" w="7299325">
                <a:moveTo>
                  <a:pt x="7299126" y="5321807"/>
                </a:moveTo>
                <a:lnTo>
                  <a:pt x="0" y="5321807"/>
                </a:lnTo>
                <a:lnTo>
                  <a:pt x="0" y="0"/>
                </a:lnTo>
                <a:lnTo>
                  <a:pt x="7299126" y="0"/>
                </a:lnTo>
                <a:lnTo>
                  <a:pt x="7299126" y="5321807"/>
                </a:lnTo>
                <a:close/>
              </a:path>
            </a:pathLst>
          </a:custGeom>
          <a:solidFill>
            <a:srgbClr val="18181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457" name="Google Shape;457;p39"/>
          <p:cNvSpPr txBox="1"/>
          <p:nvPr/>
        </p:nvSpPr>
        <p:spPr>
          <a:xfrm>
            <a:off x="2748150" y="35825"/>
            <a:ext cx="36477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rPr>
              <a:t>WIREFRAMES</a:t>
            </a:r>
            <a:endParaRPr sz="38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4088290" y="785630"/>
            <a:ext cx="967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Home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59" name="Google Shape;459;p39"/>
          <p:cNvGrpSpPr/>
          <p:nvPr/>
        </p:nvGrpSpPr>
        <p:grpSpPr>
          <a:xfrm>
            <a:off x="993648" y="1257932"/>
            <a:ext cx="7145175" cy="3530399"/>
            <a:chOff x="990635" y="141207"/>
            <a:chExt cx="7145175" cy="3530399"/>
          </a:xfrm>
        </p:grpSpPr>
        <p:sp>
          <p:nvSpPr>
            <p:cNvPr id="460" name="Google Shape;460;p39"/>
            <p:cNvSpPr txBox="1"/>
            <p:nvPr/>
          </p:nvSpPr>
          <p:spPr>
            <a:xfrm>
              <a:off x="1289478" y="2806090"/>
              <a:ext cx="7908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69200">
              <a:spAutoFit/>
            </a:bodyPr>
            <a:lstStyle/>
            <a:p>
              <a:pPr indent="0" lvl="0" marL="127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latin typeface="Trebuchet MS"/>
                  <a:ea typeface="Trebuchet MS"/>
                  <a:cs typeface="Trebuchet MS"/>
                  <a:sym typeface="Trebuchet MS"/>
                </a:rPr>
                <a:t>texto</a:t>
              </a:r>
              <a:endParaRPr sz="1350"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35560" rtl="0" algn="l">
                <a:lnSpc>
                  <a:spcPct val="100000"/>
                </a:lnSpc>
                <a:spcBef>
                  <a:spcPts val="215"/>
                </a:spcBef>
                <a:spcAft>
                  <a:spcPts val="0"/>
                </a:spcAft>
                <a:buNone/>
              </a:pPr>
              <a:r>
                <a:rPr lang="pt-BR" sz="650">
                  <a:latin typeface="Trebuchet MS"/>
                  <a:ea typeface="Trebuchet MS"/>
                  <a:cs typeface="Trebuchet MS"/>
                  <a:sym typeface="Trebuchet MS"/>
                </a:rPr>
                <a:t>texto</a:t>
              </a:r>
              <a:endParaRPr sz="65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461" name="Google Shape;461;p39"/>
            <p:cNvGrpSpPr/>
            <p:nvPr/>
          </p:nvGrpSpPr>
          <p:grpSpPr>
            <a:xfrm>
              <a:off x="1723462" y="146789"/>
              <a:ext cx="1814938" cy="701305"/>
              <a:chOff x="1424231" y="152050"/>
              <a:chExt cx="1499825" cy="726440"/>
            </a:xfrm>
          </p:grpSpPr>
          <p:sp>
            <p:nvSpPr>
              <p:cNvPr id="462" name="Google Shape;462;p39"/>
              <p:cNvSpPr/>
              <p:nvPr/>
            </p:nvSpPr>
            <p:spPr>
              <a:xfrm>
                <a:off x="1424231" y="152050"/>
                <a:ext cx="982980" cy="726440"/>
              </a:xfrm>
              <a:custGeom>
                <a:rect b="b" l="l" r="r" t="t"/>
                <a:pathLst>
                  <a:path extrusionOk="0" h="726440" w="982980">
                    <a:moveTo>
                      <a:pt x="0" y="0"/>
                    </a:moveTo>
                    <a:lnTo>
                      <a:pt x="982968" y="0"/>
                    </a:lnTo>
                    <a:lnTo>
                      <a:pt x="982968" y="726188"/>
                    </a:lnTo>
                    <a:lnTo>
                      <a:pt x="0" y="726188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19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39"/>
              <p:cNvSpPr/>
              <p:nvPr/>
            </p:nvSpPr>
            <p:spPr>
              <a:xfrm>
                <a:off x="1424265" y="152405"/>
                <a:ext cx="981075" cy="725805"/>
              </a:xfrm>
              <a:custGeom>
                <a:rect b="b" l="l" r="r" t="t"/>
                <a:pathLst>
                  <a:path extrusionOk="0" h="725805" w="981075">
                    <a:moveTo>
                      <a:pt x="0" y="725722"/>
                    </a:moveTo>
                    <a:lnTo>
                      <a:pt x="980755" y="0"/>
                    </a:lnTo>
                    <a:lnTo>
                      <a:pt x="0" y="725722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9"/>
              <p:cNvSpPr/>
              <p:nvPr/>
            </p:nvSpPr>
            <p:spPr>
              <a:xfrm>
                <a:off x="1424265" y="152405"/>
                <a:ext cx="981075" cy="725805"/>
              </a:xfrm>
              <a:custGeom>
                <a:rect b="b" l="l" r="r" t="t"/>
                <a:pathLst>
                  <a:path extrusionOk="0" h="725805" w="981075">
                    <a:moveTo>
                      <a:pt x="980755" y="0"/>
                    </a:moveTo>
                    <a:lnTo>
                      <a:pt x="0" y="725722"/>
                    </a:lnTo>
                  </a:path>
                </a:pathLst>
              </a:custGeom>
              <a:noFill/>
              <a:ln cap="flat" cmpd="sng" w="119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9"/>
              <p:cNvSpPr/>
              <p:nvPr/>
            </p:nvSpPr>
            <p:spPr>
              <a:xfrm>
                <a:off x="1426309" y="154993"/>
                <a:ext cx="980439" cy="722630"/>
              </a:xfrm>
              <a:custGeom>
                <a:rect b="b" l="l" r="r" t="t"/>
                <a:pathLst>
                  <a:path extrusionOk="0" h="722630" w="980439">
                    <a:moveTo>
                      <a:pt x="980244" y="722098"/>
                    </a:moveTo>
                    <a:lnTo>
                      <a:pt x="0" y="0"/>
                    </a:lnTo>
                    <a:lnTo>
                      <a:pt x="980244" y="722098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9"/>
              <p:cNvSpPr/>
              <p:nvPr/>
            </p:nvSpPr>
            <p:spPr>
              <a:xfrm>
                <a:off x="1426309" y="154993"/>
                <a:ext cx="980439" cy="722630"/>
              </a:xfrm>
              <a:custGeom>
                <a:rect b="b" l="l" r="r" t="t"/>
                <a:pathLst>
                  <a:path extrusionOk="0" h="722630" w="980439">
                    <a:moveTo>
                      <a:pt x="0" y="0"/>
                    </a:moveTo>
                    <a:lnTo>
                      <a:pt x="980244" y="722098"/>
                    </a:lnTo>
                  </a:path>
                </a:pathLst>
              </a:custGeom>
              <a:noFill/>
              <a:ln cap="flat" cmpd="sng" w="119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67" name="Google Shape;467;p3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706384" y="452589"/>
                <a:ext cx="217672" cy="1288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8" name="Google Shape;468;p39"/>
            <p:cNvSpPr txBox="1"/>
            <p:nvPr/>
          </p:nvSpPr>
          <p:spPr>
            <a:xfrm>
              <a:off x="4085188" y="2654613"/>
              <a:ext cx="812100" cy="67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5225">
              <a:spAutoFit/>
            </a:bodyPr>
            <a:lstStyle/>
            <a:p>
              <a:pPr indent="0" lvl="0" marL="12700" rtl="0" algn="l">
                <a:lnSpc>
                  <a:spcPct val="1147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550">
                  <a:latin typeface="Trebuchet MS"/>
                  <a:ea typeface="Trebuchet MS"/>
                  <a:cs typeface="Trebuchet MS"/>
                  <a:sym typeface="Trebuchet MS"/>
                </a:rPr>
                <a:t>Texto</a:t>
              </a:r>
              <a:endParaRPr sz="2550"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52705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latin typeface="Trebuchet MS"/>
                  <a:ea typeface="Trebuchet MS"/>
                  <a:cs typeface="Trebuchet MS"/>
                  <a:sym typeface="Trebuchet MS"/>
                </a:rPr>
                <a:t>Texto</a:t>
              </a:r>
              <a:endParaRPr sz="135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469" name="Google Shape;469;p39"/>
            <p:cNvGrpSpPr/>
            <p:nvPr/>
          </p:nvGrpSpPr>
          <p:grpSpPr>
            <a:xfrm>
              <a:off x="5565358" y="1553378"/>
              <a:ext cx="2363581" cy="2054260"/>
              <a:chOff x="4599089" y="1609051"/>
              <a:chExt cx="1953211" cy="2127885"/>
            </a:xfrm>
          </p:grpSpPr>
          <p:sp>
            <p:nvSpPr>
              <p:cNvPr id="470" name="Google Shape;470;p39"/>
              <p:cNvSpPr/>
              <p:nvPr/>
            </p:nvSpPr>
            <p:spPr>
              <a:xfrm>
                <a:off x="4599089" y="1609051"/>
                <a:ext cx="601345" cy="2127885"/>
              </a:xfrm>
              <a:custGeom>
                <a:rect b="b" l="l" r="r" t="t"/>
                <a:pathLst>
                  <a:path extrusionOk="0" h="2127885" w="601345">
                    <a:moveTo>
                      <a:pt x="589775" y="2006409"/>
                    </a:moveTo>
                    <a:lnTo>
                      <a:pt x="11557" y="2006409"/>
                    </a:lnTo>
                    <a:lnTo>
                      <a:pt x="11557" y="2127834"/>
                    </a:lnTo>
                    <a:lnTo>
                      <a:pt x="589775" y="2127834"/>
                    </a:lnTo>
                    <a:lnTo>
                      <a:pt x="589775" y="2006409"/>
                    </a:lnTo>
                    <a:close/>
                  </a:path>
                  <a:path extrusionOk="0" h="2127885" w="601345">
                    <a:moveTo>
                      <a:pt x="601345" y="0"/>
                    </a:moveTo>
                    <a:lnTo>
                      <a:pt x="0" y="0"/>
                    </a:lnTo>
                    <a:lnTo>
                      <a:pt x="0" y="466915"/>
                    </a:lnTo>
                    <a:lnTo>
                      <a:pt x="601345" y="466915"/>
                    </a:lnTo>
                    <a:lnTo>
                      <a:pt x="601345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71" name="Google Shape;471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390133" y="1770813"/>
                <a:ext cx="162167" cy="1563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" name="Google Shape;472;p39"/>
            <p:cNvGrpSpPr/>
            <p:nvPr/>
          </p:nvGrpSpPr>
          <p:grpSpPr>
            <a:xfrm>
              <a:off x="3722704" y="1553372"/>
              <a:ext cx="4412336" cy="2109897"/>
              <a:chOff x="3076361" y="1609045"/>
              <a:chExt cx="3646257" cy="2185516"/>
            </a:xfrm>
          </p:grpSpPr>
          <p:sp>
            <p:nvSpPr>
              <p:cNvPr id="473" name="Google Shape;473;p39"/>
              <p:cNvSpPr/>
              <p:nvPr/>
            </p:nvSpPr>
            <p:spPr>
              <a:xfrm>
                <a:off x="4610653" y="3615457"/>
                <a:ext cx="578485" cy="121920"/>
              </a:xfrm>
              <a:custGeom>
                <a:rect b="b" l="l" r="r" t="t"/>
                <a:pathLst>
                  <a:path extrusionOk="0" h="121920" w="578485">
                    <a:moveTo>
                      <a:pt x="0" y="0"/>
                    </a:moveTo>
                    <a:lnTo>
                      <a:pt x="578216" y="0"/>
                    </a:lnTo>
                    <a:lnTo>
                      <a:pt x="578216" y="121425"/>
                    </a:lnTo>
                    <a:lnTo>
                      <a:pt x="0" y="121425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18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9"/>
              <p:cNvSpPr/>
              <p:nvPr/>
            </p:nvSpPr>
            <p:spPr>
              <a:xfrm>
                <a:off x="3077084" y="1609045"/>
                <a:ext cx="3645534" cy="468630"/>
              </a:xfrm>
              <a:custGeom>
                <a:rect b="b" l="l" r="r" t="t"/>
                <a:pathLst>
                  <a:path extrusionOk="0" h="468630" w="3645534">
                    <a:moveTo>
                      <a:pt x="3645305" y="468355"/>
                    </a:moveTo>
                    <a:lnTo>
                      <a:pt x="0" y="468355"/>
                    </a:lnTo>
                    <a:lnTo>
                      <a:pt x="48" y="32795"/>
                    </a:lnTo>
                    <a:lnTo>
                      <a:pt x="37505" y="1484"/>
                    </a:lnTo>
                    <a:lnTo>
                      <a:pt x="44969" y="0"/>
                    </a:lnTo>
                    <a:lnTo>
                      <a:pt x="3600384" y="0"/>
                    </a:lnTo>
                    <a:lnTo>
                      <a:pt x="3639485" y="22623"/>
                    </a:lnTo>
                    <a:lnTo>
                      <a:pt x="3645305" y="32795"/>
                    </a:lnTo>
                    <a:lnTo>
                      <a:pt x="3645305" y="468355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39"/>
              <p:cNvSpPr/>
              <p:nvPr/>
            </p:nvSpPr>
            <p:spPr>
              <a:xfrm>
                <a:off x="3077084" y="1641841"/>
                <a:ext cx="3645534" cy="435610"/>
              </a:xfrm>
              <a:custGeom>
                <a:rect b="b" l="l" r="r" t="t"/>
                <a:pathLst>
                  <a:path extrusionOk="0" h="435610" w="3645534">
                    <a:moveTo>
                      <a:pt x="3645305" y="0"/>
                    </a:moveTo>
                    <a:lnTo>
                      <a:pt x="3645305" y="435560"/>
                    </a:lnTo>
                    <a:lnTo>
                      <a:pt x="0" y="435560"/>
                    </a:lnTo>
                    <a:lnTo>
                      <a:pt x="0" y="116"/>
                    </a:lnTo>
                  </a:path>
                </a:pathLst>
              </a:custGeom>
              <a:noFill/>
              <a:ln cap="flat" cmpd="sng" w="1177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39"/>
              <p:cNvSpPr/>
              <p:nvPr/>
            </p:nvSpPr>
            <p:spPr>
              <a:xfrm>
                <a:off x="4599089" y="1609046"/>
                <a:ext cx="601345" cy="467360"/>
              </a:xfrm>
              <a:custGeom>
                <a:rect b="b" l="l" r="r" t="t"/>
                <a:pathLst>
                  <a:path extrusionOk="0" h="467360" w="601345">
                    <a:moveTo>
                      <a:pt x="601345" y="0"/>
                    </a:moveTo>
                    <a:lnTo>
                      <a:pt x="601345" y="466910"/>
                    </a:lnTo>
                    <a:lnTo>
                      <a:pt x="0" y="46691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230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39"/>
              <p:cNvSpPr/>
              <p:nvPr/>
            </p:nvSpPr>
            <p:spPr>
              <a:xfrm>
                <a:off x="4602853" y="1609046"/>
                <a:ext cx="593725" cy="466725"/>
              </a:xfrm>
              <a:custGeom>
                <a:rect b="b" l="l" r="r" t="t"/>
                <a:pathLst>
                  <a:path extrusionOk="0" h="466725" w="593725">
                    <a:moveTo>
                      <a:pt x="0" y="466154"/>
                    </a:moveTo>
                    <a:lnTo>
                      <a:pt x="593213" y="0"/>
                    </a:lnTo>
                    <a:lnTo>
                      <a:pt x="0" y="466154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39"/>
              <p:cNvSpPr/>
              <p:nvPr/>
            </p:nvSpPr>
            <p:spPr>
              <a:xfrm>
                <a:off x="4602853" y="1609046"/>
                <a:ext cx="593725" cy="466725"/>
              </a:xfrm>
              <a:custGeom>
                <a:rect b="b" l="l" r="r" t="t"/>
                <a:pathLst>
                  <a:path extrusionOk="0" h="466725" w="593725">
                    <a:moveTo>
                      <a:pt x="0" y="466154"/>
                    </a:moveTo>
                    <a:lnTo>
                      <a:pt x="593213" y="0"/>
                    </a:lnTo>
                  </a:path>
                </a:pathLst>
              </a:custGeom>
              <a:noFill/>
              <a:ln cap="flat" cmpd="sng" w="1215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39"/>
              <p:cNvSpPr/>
              <p:nvPr/>
            </p:nvSpPr>
            <p:spPr>
              <a:xfrm>
                <a:off x="4604335" y="1609046"/>
                <a:ext cx="594995" cy="464185"/>
              </a:xfrm>
              <a:custGeom>
                <a:rect b="b" l="l" r="r" t="t"/>
                <a:pathLst>
                  <a:path extrusionOk="0" h="464185" w="594995">
                    <a:moveTo>
                      <a:pt x="594576" y="463821"/>
                    </a:moveTo>
                    <a:lnTo>
                      <a:pt x="0" y="0"/>
                    </a:lnTo>
                    <a:lnTo>
                      <a:pt x="594576" y="46382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39"/>
              <p:cNvSpPr/>
              <p:nvPr/>
            </p:nvSpPr>
            <p:spPr>
              <a:xfrm>
                <a:off x="4604335" y="1609046"/>
                <a:ext cx="594995" cy="464185"/>
              </a:xfrm>
              <a:custGeom>
                <a:rect b="b" l="l" r="r" t="t"/>
                <a:pathLst>
                  <a:path extrusionOk="0" h="464185" w="594995">
                    <a:moveTo>
                      <a:pt x="594576" y="463821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150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39"/>
              <p:cNvSpPr/>
              <p:nvPr/>
            </p:nvSpPr>
            <p:spPr>
              <a:xfrm>
                <a:off x="3076361" y="2081015"/>
                <a:ext cx="3627120" cy="1711960"/>
              </a:xfrm>
              <a:custGeom>
                <a:rect b="b" l="l" r="r" t="t"/>
                <a:pathLst>
                  <a:path extrusionOk="0" h="1711960" w="3627120">
                    <a:moveTo>
                      <a:pt x="3627103" y="1711946"/>
                    </a:moveTo>
                    <a:lnTo>
                      <a:pt x="0" y="0"/>
                    </a:lnTo>
                    <a:lnTo>
                      <a:pt x="3627103" y="1711946"/>
                    </a:lnTo>
                    <a:close/>
                  </a:path>
                </a:pathLst>
              </a:custGeom>
              <a:solidFill>
                <a:srgbClr val="6F6F6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39"/>
              <p:cNvSpPr/>
              <p:nvPr/>
            </p:nvSpPr>
            <p:spPr>
              <a:xfrm>
                <a:off x="3076361" y="2081015"/>
                <a:ext cx="3627120" cy="1711960"/>
              </a:xfrm>
              <a:custGeom>
                <a:rect b="b" l="l" r="r" t="t"/>
                <a:pathLst>
                  <a:path extrusionOk="0" h="1711960" w="3627120">
                    <a:moveTo>
                      <a:pt x="0" y="0"/>
                    </a:moveTo>
                    <a:lnTo>
                      <a:pt x="3627103" y="1711946"/>
                    </a:lnTo>
                  </a:path>
                </a:pathLst>
              </a:custGeom>
              <a:noFill/>
              <a:ln cap="flat" cmpd="sng" w="118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9"/>
              <p:cNvSpPr/>
              <p:nvPr/>
            </p:nvSpPr>
            <p:spPr>
              <a:xfrm>
                <a:off x="3097805" y="2083872"/>
                <a:ext cx="3623309" cy="1710689"/>
              </a:xfrm>
              <a:custGeom>
                <a:rect b="b" l="l" r="r" t="t"/>
                <a:pathLst>
                  <a:path extrusionOk="0" h="1710689" w="3623309">
                    <a:moveTo>
                      <a:pt x="0" y="1710258"/>
                    </a:moveTo>
                    <a:lnTo>
                      <a:pt x="3623107" y="0"/>
                    </a:lnTo>
                    <a:lnTo>
                      <a:pt x="0" y="1710258"/>
                    </a:lnTo>
                    <a:close/>
                  </a:path>
                </a:pathLst>
              </a:custGeom>
              <a:solidFill>
                <a:srgbClr val="6F6F6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9"/>
              <p:cNvSpPr/>
              <p:nvPr/>
            </p:nvSpPr>
            <p:spPr>
              <a:xfrm>
                <a:off x="3097805" y="2083872"/>
                <a:ext cx="3623309" cy="1710689"/>
              </a:xfrm>
              <a:custGeom>
                <a:rect b="b" l="l" r="r" t="t"/>
                <a:pathLst>
                  <a:path extrusionOk="0" h="1710689" w="3623309">
                    <a:moveTo>
                      <a:pt x="3623107" y="0"/>
                    </a:moveTo>
                    <a:lnTo>
                      <a:pt x="0" y="1710258"/>
                    </a:lnTo>
                  </a:path>
                </a:pathLst>
              </a:custGeom>
              <a:noFill/>
              <a:ln cap="flat" cmpd="sng" w="118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5" name="Google Shape;485;p39"/>
            <p:cNvGrpSpPr/>
            <p:nvPr/>
          </p:nvGrpSpPr>
          <p:grpSpPr>
            <a:xfrm>
              <a:off x="990635" y="141207"/>
              <a:ext cx="2650585" cy="3527973"/>
              <a:chOff x="818639" y="146268"/>
              <a:chExt cx="2190385" cy="3654416"/>
            </a:xfrm>
          </p:grpSpPr>
          <p:sp>
            <p:nvSpPr>
              <p:cNvPr id="486" name="Google Shape;486;p39"/>
              <p:cNvSpPr/>
              <p:nvPr/>
            </p:nvSpPr>
            <p:spPr>
              <a:xfrm>
                <a:off x="818866" y="146268"/>
                <a:ext cx="2189480" cy="732155"/>
              </a:xfrm>
              <a:custGeom>
                <a:rect b="b" l="l" r="r" t="t"/>
                <a:pathLst>
                  <a:path extrusionOk="0" h="732155" w="2189480">
                    <a:moveTo>
                      <a:pt x="2189078" y="732151"/>
                    </a:moveTo>
                    <a:lnTo>
                      <a:pt x="0" y="732151"/>
                    </a:lnTo>
                    <a:lnTo>
                      <a:pt x="0" y="49611"/>
                    </a:lnTo>
                    <a:lnTo>
                      <a:pt x="22397" y="11650"/>
                    </a:lnTo>
                    <a:lnTo>
                      <a:pt x="50524" y="0"/>
                    </a:lnTo>
                    <a:lnTo>
                      <a:pt x="2143173" y="0"/>
                    </a:lnTo>
                    <a:lnTo>
                      <a:pt x="2182273" y="22623"/>
                    </a:lnTo>
                    <a:lnTo>
                      <a:pt x="2189078" y="35172"/>
                    </a:lnTo>
                    <a:lnTo>
                      <a:pt x="2189078" y="732151"/>
                    </a:lnTo>
                    <a:close/>
                  </a:path>
                </a:pathLst>
              </a:custGeom>
              <a:solidFill>
                <a:srgbClr val="6F6F6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39"/>
              <p:cNvSpPr/>
              <p:nvPr/>
            </p:nvSpPr>
            <p:spPr>
              <a:xfrm>
                <a:off x="818866" y="146268"/>
                <a:ext cx="2189480" cy="732155"/>
              </a:xfrm>
              <a:custGeom>
                <a:rect b="b" l="l" r="r" t="t"/>
                <a:pathLst>
                  <a:path extrusionOk="0" h="732155" w="2189480">
                    <a:moveTo>
                      <a:pt x="50524" y="0"/>
                    </a:moveTo>
                    <a:lnTo>
                      <a:pt x="2143173" y="0"/>
                    </a:lnTo>
                  </a:path>
                  <a:path extrusionOk="0" h="732155" w="2189480">
                    <a:moveTo>
                      <a:pt x="2189078" y="35172"/>
                    </a:moveTo>
                    <a:lnTo>
                      <a:pt x="2189078" y="732151"/>
                    </a:lnTo>
                    <a:lnTo>
                      <a:pt x="0" y="732151"/>
                    </a:lnTo>
                    <a:lnTo>
                      <a:pt x="0" y="49611"/>
                    </a:lnTo>
                  </a:path>
                </a:pathLst>
              </a:custGeom>
              <a:noFill/>
              <a:ln cap="flat" cmpd="sng" w="120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39"/>
              <p:cNvSpPr/>
              <p:nvPr/>
            </p:nvSpPr>
            <p:spPr>
              <a:xfrm>
                <a:off x="818639" y="880319"/>
                <a:ext cx="2189480" cy="2920365"/>
              </a:xfrm>
              <a:custGeom>
                <a:rect b="b" l="l" r="r" t="t"/>
                <a:pathLst>
                  <a:path extrusionOk="0" h="2920365" w="2189480">
                    <a:moveTo>
                      <a:pt x="2153788" y="2920173"/>
                    </a:moveTo>
                    <a:lnTo>
                      <a:pt x="40363" y="2920173"/>
                    </a:lnTo>
                    <a:lnTo>
                      <a:pt x="28951" y="2915446"/>
                    </a:lnTo>
                    <a:lnTo>
                      <a:pt x="1484" y="2879582"/>
                    </a:lnTo>
                    <a:lnTo>
                      <a:pt x="0" y="0"/>
                    </a:lnTo>
                    <a:lnTo>
                      <a:pt x="2189452" y="0"/>
                    </a:lnTo>
                    <a:lnTo>
                      <a:pt x="2189452" y="2887341"/>
                    </a:lnTo>
                    <a:lnTo>
                      <a:pt x="2186728" y="2893918"/>
                    </a:lnTo>
                    <a:lnTo>
                      <a:pt x="2182500" y="2900245"/>
                    </a:lnTo>
                    <a:lnTo>
                      <a:pt x="2171527" y="2911218"/>
                    </a:lnTo>
                    <a:lnTo>
                      <a:pt x="2165200" y="2915446"/>
                    </a:lnTo>
                    <a:lnTo>
                      <a:pt x="2153788" y="2920173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39"/>
              <p:cNvSpPr/>
              <p:nvPr/>
            </p:nvSpPr>
            <p:spPr>
              <a:xfrm>
                <a:off x="818639" y="880319"/>
                <a:ext cx="2189480" cy="2920365"/>
              </a:xfrm>
              <a:custGeom>
                <a:rect b="b" l="l" r="r" t="t"/>
                <a:pathLst>
                  <a:path extrusionOk="0" h="2920365" w="2189480">
                    <a:moveTo>
                      <a:pt x="2153788" y="2920173"/>
                    </a:moveTo>
                    <a:lnTo>
                      <a:pt x="40363" y="2920173"/>
                    </a:lnTo>
                  </a:path>
                  <a:path extrusionOk="0" h="2920365" w="2189480">
                    <a:moveTo>
                      <a:pt x="0" y="2872118"/>
                    </a:moveTo>
                    <a:lnTo>
                      <a:pt x="0" y="0"/>
                    </a:lnTo>
                    <a:lnTo>
                      <a:pt x="2189452" y="0"/>
                    </a:lnTo>
                    <a:lnTo>
                      <a:pt x="2189452" y="2887341"/>
                    </a:lnTo>
                  </a:path>
                </a:pathLst>
              </a:custGeom>
              <a:noFill/>
              <a:ln cap="flat" cmpd="sng" w="117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39"/>
              <p:cNvSpPr/>
              <p:nvPr/>
            </p:nvSpPr>
            <p:spPr>
              <a:xfrm>
                <a:off x="819095" y="877186"/>
                <a:ext cx="2176780" cy="2908935"/>
              </a:xfrm>
              <a:custGeom>
                <a:rect b="b" l="l" r="r" t="t"/>
                <a:pathLst>
                  <a:path extrusionOk="0" h="2908935" w="2176780">
                    <a:moveTo>
                      <a:pt x="2176671" y="2908751"/>
                    </a:moveTo>
                    <a:lnTo>
                      <a:pt x="0" y="0"/>
                    </a:lnTo>
                    <a:lnTo>
                      <a:pt x="2176671" y="2908751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9"/>
              <p:cNvSpPr/>
              <p:nvPr/>
            </p:nvSpPr>
            <p:spPr>
              <a:xfrm>
                <a:off x="819095" y="877186"/>
                <a:ext cx="2176780" cy="2908935"/>
              </a:xfrm>
              <a:custGeom>
                <a:rect b="b" l="l" r="r" t="t"/>
                <a:pathLst>
                  <a:path extrusionOk="0" h="2908935" w="2176780">
                    <a:moveTo>
                      <a:pt x="0" y="0"/>
                    </a:moveTo>
                    <a:lnTo>
                      <a:pt x="2176671" y="2908751"/>
                    </a:lnTo>
                  </a:path>
                </a:pathLst>
              </a:custGeom>
              <a:noFill/>
              <a:ln cap="flat" cmpd="sng" w="1177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39"/>
              <p:cNvSpPr/>
              <p:nvPr/>
            </p:nvSpPr>
            <p:spPr>
              <a:xfrm>
                <a:off x="831609" y="883494"/>
                <a:ext cx="2177415" cy="2898775"/>
              </a:xfrm>
              <a:custGeom>
                <a:rect b="b" l="l" r="r" t="t"/>
                <a:pathLst>
                  <a:path extrusionOk="0" h="2898775" w="2177415">
                    <a:moveTo>
                      <a:pt x="0" y="2898389"/>
                    </a:moveTo>
                    <a:lnTo>
                      <a:pt x="2176923" y="0"/>
                    </a:lnTo>
                    <a:lnTo>
                      <a:pt x="0" y="2898389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9"/>
              <p:cNvSpPr/>
              <p:nvPr/>
            </p:nvSpPr>
            <p:spPr>
              <a:xfrm>
                <a:off x="831609" y="883494"/>
                <a:ext cx="2177415" cy="2898775"/>
              </a:xfrm>
              <a:custGeom>
                <a:rect b="b" l="l" r="r" t="t"/>
                <a:pathLst>
                  <a:path extrusionOk="0" h="2898775" w="2177415">
                    <a:moveTo>
                      <a:pt x="2176923" y="0"/>
                    </a:moveTo>
                    <a:lnTo>
                      <a:pt x="0" y="2898389"/>
                    </a:lnTo>
                  </a:path>
                </a:pathLst>
              </a:custGeom>
              <a:noFill/>
              <a:ln cap="flat" cmpd="sng" w="1177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9"/>
              <p:cNvSpPr/>
              <p:nvPr/>
            </p:nvSpPr>
            <p:spPr>
              <a:xfrm>
                <a:off x="1591914" y="3621350"/>
                <a:ext cx="647700" cy="121920"/>
              </a:xfrm>
              <a:custGeom>
                <a:rect b="b" l="l" r="r" t="t"/>
                <a:pathLst>
                  <a:path extrusionOk="0" h="121920" w="647700">
                    <a:moveTo>
                      <a:pt x="647602" y="121425"/>
                    </a:moveTo>
                    <a:lnTo>
                      <a:pt x="0" y="121425"/>
                    </a:lnTo>
                    <a:lnTo>
                      <a:pt x="0" y="0"/>
                    </a:lnTo>
                    <a:lnTo>
                      <a:pt x="647602" y="0"/>
                    </a:lnTo>
                    <a:lnTo>
                      <a:pt x="647602" y="121425"/>
                    </a:lnTo>
                    <a:close/>
                  </a:path>
                </a:pathLst>
              </a:custGeom>
              <a:solidFill>
                <a:srgbClr val="6F6F69">
                  <a:alpha val="6510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9"/>
              <p:cNvSpPr/>
              <p:nvPr/>
            </p:nvSpPr>
            <p:spPr>
              <a:xfrm>
                <a:off x="1591914" y="3621350"/>
                <a:ext cx="647700" cy="121920"/>
              </a:xfrm>
              <a:custGeom>
                <a:rect b="b" l="l" r="r" t="t"/>
                <a:pathLst>
                  <a:path extrusionOk="0" h="121920" w="647700">
                    <a:moveTo>
                      <a:pt x="0" y="0"/>
                    </a:moveTo>
                    <a:lnTo>
                      <a:pt x="647602" y="0"/>
                    </a:lnTo>
                    <a:lnTo>
                      <a:pt x="647602" y="121425"/>
                    </a:lnTo>
                    <a:lnTo>
                      <a:pt x="0" y="121425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182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6" name="Google Shape;496;p39"/>
            <p:cNvGrpSpPr/>
            <p:nvPr/>
          </p:nvGrpSpPr>
          <p:grpSpPr>
            <a:xfrm>
              <a:off x="3723579" y="1994359"/>
              <a:ext cx="4412230" cy="1677247"/>
              <a:chOff x="3077084" y="2065837"/>
              <a:chExt cx="3646170" cy="1737360"/>
            </a:xfrm>
          </p:grpSpPr>
          <p:sp>
            <p:nvSpPr>
              <p:cNvPr id="497" name="Google Shape;497;p39"/>
              <p:cNvSpPr/>
              <p:nvPr/>
            </p:nvSpPr>
            <p:spPr>
              <a:xfrm>
                <a:off x="3077084" y="2065837"/>
                <a:ext cx="3646170" cy="1737360"/>
              </a:xfrm>
              <a:custGeom>
                <a:rect b="b" l="l" r="r" t="t"/>
                <a:pathLst>
                  <a:path extrusionOk="0" h="1737360" w="3646170">
                    <a:moveTo>
                      <a:pt x="3600384" y="1737351"/>
                    </a:moveTo>
                    <a:lnTo>
                      <a:pt x="44969" y="1737351"/>
                    </a:lnTo>
                    <a:lnTo>
                      <a:pt x="37505" y="1735867"/>
                    </a:lnTo>
                    <a:lnTo>
                      <a:pt x="1640" y="1708400"/>
                    </a:lnTo>
                    <a:lnTo>
                      <a:pt x="0" y="1704440"/>
                    </a:lnTo>
                    <a:lnTo>
                      <a:pt x="0" y="0"/>
                    </a:lnTo>
                    <a:lnTo>
                      <a:pt x="3645656" y="0"/>
                    </a:lnTo>
                    <a:lnTo>
                      <a:pt x="3645656" y="1703710"/>
                    </a:lnTo>
                    <a:lnTo>
                      <a:pt x="3607848" y="1735867"/>
                    </a:lnTo>
                    <a:lnTo>
                      <a:pt x="3600384" y="173735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9"/>
              <p:cNvSpPr/>
              <p:nvPr/>
            </p:nvSpPr>
            <p:spPr>
              <a:xfrm>
                <a:off x="3077084" y="2065837"/>
                <a:ext cx="3646170" cy="1704975"/>
              </a:xfrm>
              <a:custGeom>
                <a:rect b="b" l="l" r="r" t="t"/>
                <a:pathLst>
                  <a:path extrusionOk="0" h="1704975" w="3646170">
                    <a:moveTo>
                      <a:pt x="0" y="1704440"/>
                    </a:moveTo>
                    <a:lnTo>
                      <a:pt x="0" y="0"/>
                    </a:lnTo>
                    <a:lnTo>
                      <a:pt x="3645656" y="0"/>
                    </a:lnTo>
                    <a:lnTo>
                      <a:pt x="3645656" y="1703710"/>
                    </a:lnTo>
                  </a:path>
                </a:pathLst>
              </a:custGeom>
              <a:noFill/>
              <a:ln cap="flat" cmpd="sng" w="11775">
                <a:solidFill>
                  <a:srgbClr val="1B1B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03" name="Google Shape;503;p40"/>
          <p:cNvSpPr txBox="1"/>
          <p:nvPr>
            <p:ph type="title"/>
          </p:nvPr>
        </p:nvSpPr>
        <p:spPr>
          <a:xfrm>
            <a:off x="3899745" y="1301086"/>
            <a:ext cx="1333180" cy="38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Serviços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04" name="Google Shape;50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197" y="2379566"/>
            <a:ext cx="4003607" cy="133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09" name="Google Shape;509;p41"/>
          <p:cNvSpPr txBox="1"/>
          <p:nvPr>
            <p:ph type="title"/>
          </p:nvPr>
        </p:nvSpPr>
        <p:spPr>
          <a:xfrm>
            <a:off x="3641010" y="1364635"/>
            <a:ext cx="1850315" cy="380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Diferenciais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0" name="Google Shape;510;p41"/>
          <p:cNvSpPr txBox="1"/>
          <p:nvPr/>
        </p:nvSpPr>
        <p:spPr>
          <a:xfrm>
            <a:off x="1646085" y="2067665"/>
            <a:ext cx="76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TEXTO</a:t>
            </a:r>
            <a:endParaRPr sz="11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11" name="Google Shape;511;p41"/>
          <p:cNvGrpSpPr/>
          <p:nvPr/>
        </p:nvGrpSpPr>
        <p:grpSpPr>
          <a:xfrm>
            <a:off x="608134" y="2612310"/>
            <a:ext cx="1339493" cy="823328"/>
            <a:chOff x="502555" y="2705837"/>
            <a:chExt cx="1106942" cy="852805"/>
          </a:xfrm>
        </p:grpSpPr>
        <p:sp>
          <p:nvSpPr>
            <p:cNvPr id="512" name="Google Shape;512;p41"/>
            <p:cNvSpPr/>
            <p:nvPr/>
          </p:nvSpPr>
          <p:spPr>
            <a:xfrm>
              <a:off x="504176" y="2705837"/>
              <a:ext cx="1102995" cy="852805"/>
            </a:xfrm>
            <a:custGeom>
              <a:rect b="b" l="l" r="r" t="t"/>
              <a:pathLst>
                <a:path extrusionOk="0" h="852804" w="1102995">
                  <a:moveTo>
                    <a:pt x="1102825" y="852403"/>
                  </a:moveTo>
                  <a:lnTo>
                    <a:pt x="0" y="852403"/>
                  </a:lnTo>
                  <a:lnTo>
                    <a:pt x="0" y="0"/>
                  </a:lnTo>
                  <a:lnTo>
                    <a:pt x="1102825" y="0"/>
                  </a:lnTo>
                  <a:lnTo>
                    <a:pt x="1102825" y="85240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504176" y="2705837"/>
              <a:ext cx="1102995" cy="852805"/>
            </a:xfrm>
            <a:custGeom>
              <a:rect b="b" l="l" r="r" t="t"/>
              <a:pathLst>
                <a:path extrusionOk="0" h="852804" w="1102995">
                  <a:moveTo>
                    <a:pt x="0" y="0"/>
                  </a:moveTo>
                  <a:lnTo>
                    <a:pt x="1102825" y="0"/>
                  </a:lnTo>
                  <a:lnTo>
                    <a:pt x="1102825" y="852403"/>
                  </a:lnTo>
                  <a:lnTo>
                    <a:pt x="0" y="852403"/>
                  </a:lnTo>
                  <a:lnTo>
                    <a:pt x="0" y="0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1"/>
            <p:cNvSpPr/>
            <p:nvPr/>
          </p:nvSpPr>
          <p:spPr>
            <a:xfrm>
              <a:off x="504597" y="2707844"/>
              <a:ext cx="1104900" cy="847090"/>
            </a:xfrm>
            <a:custGeom>
              <a:rect b="b" l="l" r="r" t="t"/>
              <a:pathLst>
                <a:path extrusionOk="0" h="847089" w="1104900">
                  <a:moveTo>
                    <a:pt x="1104398" y="847094"/>
                  </a:moveTo>
                  <a:lnTo>
                    <a:pt x="0" y="0"/>
                  </a:lnTo>
                  <a:lnTo>
                    <a:pt x="1104398" y="84709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504597" y="2707844"/>
              <a:ext cx="1104900" cy="847090"/>
            </a:xfrm>
            <a:custGeom>
              <a:rect b="b" l="l" r="r" t="t"/>
              <a:pathLst>
                <a:path extrusionOk="0" h="847089" w="1104900">
                  <a:moveTo>
                    <a:pt x="0" y="0"/>
                  </a:moveTo>
                  <a:lnTo>
                    <a:pt x="1104398" y="847094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1"/>
            <p:cNvSpPr/>
            <p:nvPr/>
          </p:nvSpPr>
          <p:spPr>
            <a:xfrm>
              <a:off x="502555" y="2707844"/>
              <a:ext cx="1102360" cy="847090"/>
            </a:xfrm>
            <a:custGeom>
              <a:rect b="b" l="l" r="r" t="t"/>
              <a:pathLst>
                <a:path extrusionOk="0" h="847089" w="1102360">
                  <a:moveTo>
                    <a:pt x="0" y="847094"/>
                  </a:moveTo>
                  <a:lnTo>
                    <a:pt x="1102357" y="0"/>
                  </a:lnTo>
                  <a:lnTo>
                    <a:pt x="0" y="84709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1"/>
            <p:cNvSpPr/>
            <p:nvPr/>
          </p:nvSpPr>
          <p:spPr>
            <a:xfrm>
              <a:off x="502555" y="2707844"/>
              <a:ext cx="1102360" cy="847090"/>
            </a:xfrm>
            <a:custGeom>
              <a:rect b="b" l="l" r="r" t="t"/>
              <a:pathLst>
                <a:path extrusionOk="0" h="847089" w="1102360">
                  <a:moveTo>
                    <a:pt x="1102357" y="0"/>
                  </a:moveTo>
                  <a:lnTo>
                    <a:pt x="0" y="847094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910649" y="2987463"/>
              <a:ext cx="290195" cy="289560"/>
            </a:xfrm>
            <a:custGeom>
              <a:rect b="b" l="l" r="r" t="t"/>
              <a:pathLst>
                <a:path extrusionOk="0" h="289560" w="290194">
                  <a:moveTo>
                    <a:pt x="144939" y="289152"/>
                  </a:moveTo>
                  <a:lnTo>
                    <a:pt x="102865" y="282928"/>
                  </a:lnTo>
                  <a:lnTo>
                    <a:pt x="64415" y="264786"/>
                  </a:lnTo>
                  <a:lnTo>
                    <a:pt x="32898" y="236295"/>
                  </a:lnTo>
                  <a:lnTo>
                    <a:pt x="11032" y="199903"/>
                  </a:lnTo>
                  <a:lnTo>
                    <a:pt x="696" y="158747"/>
                  </a:lnTo>
                  <a:lnTo>
                    <a:pt x="0" y="144576"/>
                  </a:lnTo>
                  <a:lnTo>
                    <a:pt x="696" y="130405"/>
                  </a:lnTo>
                  <a:lnTo>
                    <a:pt x="11032" y="89249"/>
                  </a:lnTo>
                  <a:lnTo>
                    <a:pt x="32898" y="52856"/>
                  </a:lnTo>
                  <a:lnTo>
                    <a:pt x="64415" y="24365"/>
                  </a:lnTo>
                  <a:lnTo>
                    <a:pt x="102865" y="6223"/>
                  </a:lnTo>
                  <a:lnTo>
                    <a:pt x="144939" y="0"/>
                  </a:lnTo>
                  <a:lnTo>
                    <a:pt x="159146" y="694"/>
                  </a:lnTo>
                  <a:lnTo>
                    <a:pt x="200405" y="11005"/>
                  </a:lnTo>
                  <a:lnTo>
                    <a:pt x="236889" y="32815"/>
                  </a:lnTo>
                  <a:lnTo>
                    <a:pt x="265452" y="64253"/>
                  </a:lnTo>
                  <a:lnTo>
                    <a:pt x="283639" y="102607"/>
                  </a:lnTo>
                  <a:lnTo>
                    <a:pt x="289879" y="144576"/>
                  </a:lnTo>
                  <a:lnTo>
                    <a:pt x="289182" y="158747"/>
                  </a:lnTo>
                  <a:lnTo>
                    <a:pt x="278846" y="199903"/>
                  </a:lnTo>
                  <a:lnTo>
                    <a:pt x="256980" y="236295"/>
                  </a:lnTo>
                  <a:lnTo>
                    <a:pt x="225463" y="264786"/>
                  </a:lnTo>
                  <a:lnTo>
                    <a:pt x="187013" y="282928"/>
                  </a:lnTo>
                  <a:lnTo>
                    <a:pt x="144939" y="28915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1"/>
            <p:cNvSpPr/>
            <p:nvPr/>
          </p:nvSpPr>
          <p:spPr>
            <a:xfrm>
              <a:off x="910649" y="2987463"/>
              <a:ext cx="290195" cy="289560"/>
            </a:xfrm>
            <a:custGeom>
              <a:rect b="b" l="l" r="r" t="t"/>
              <a:pathLst>
                <a:path extrusionOk="0" h="289560" w="290194">
                  <a:moveTo>
                    <a:pt x="289879" y="144576"/>
                  </a:moveTo>
                  <a:lnTo>
                    <a:pt x="283639" y="186544"/>
                  </a:lnTo>
                  <a:lnTo>
                    <a:pt x="265452" y="224898"/>
                  </a:lnTo>
                  <a:lnTo>
                    <a:pt x="236889" y="256336"/>
                  </a:lnTo>
                  <a:lnTo>
                    <a:pt x="200405" y="278147"/>
                  </a:lnTo>
                  <a:lnTo>
                    <a:pt x="159146" y="288457"/>
                  </a:lnTo>
                  <a:lnTo>
                    <a:pt x="144939" y="289152"/>
                  </a:lnTo>
                  <a:lnTo>
                    <a:pt x="137818" y="288978"/>
                  </a:lnTo>
                  <a:lnTo>
                    <a:pt x="96118" y="280704"/>
                  </a:lnTo>
                  <a:lnTo>
                    <a:pt x="58591" y="260696"/>
                  </a:lnTo>
                  <a:lnTo>
                    <a:pt x="28527" y="230707"/>
                  </a:lnTo>
                  <a:lnTo>
                    <a:pt x="8468" y="193274"/>
                  </a:lnTo>
                  <a:lnTo>
                    <a:pt x="174" y="151678"/>
                  </a:lnTo>
                  <a:lnTo>
                    <a:pt x="0" y="144576"/>
                  </a:lnTo>
                  <a:lnTo>
                    <a:pt x="174" y="137473"/>
                  </a:lnTo>
                  <a:lnTo>
                    <a:pt x="8468" y="95877"/>
                  </a:lnTo>
                  <a:lnTo>
                    <a:pt x="28527" y="58444"/>
                  </a:lnTo>
                  <a:lnTo>
                    <a:pt x="58591" y="28455"/>
                  </a:lnTo>
                  <a:lnTo>
                    <a:pt x="96118" y="8447"/>
                  </a:lnTo>
                  <a:lnTo>
                    <a:pt x="137818" y="173"/>
                  </a:lnTo>
                  <a:lnTo>
                    <a:pt x="144939" y="0"/>
                  </a:lnTo>
                  <a:lnTo>
                    <a:pt x="152060" y="173"/>
                  </a:lnTo>
                  <a:lnTo>
                    <a:pt x="193760" y="8447"/>
                  </a:lnTo>
                  <a:lnTo>
                    <a:pt x="231287" y="28455"/>
                  </a:lnTo>
                  <a:lnTo>
                    <a:pt x="261351" y="58444"/>
                  </a:lnTo>
                  <a:lnTo>
                    <a:pt x="281410" y="95877"/>
                  </a:lnTo>
                  <a:lnTo>
                    <a:pt x="289704" y="137473"/>
                  </a:lnTo>
                  <a:lnTo>
                    <a:pt x="289879" y="144576"/>
                  </a:lnTo>
                </a:path>
              </a:pathLst>
            </a:custGeom>
            <a:noFill/>
            <a:ln cap="flat" cmpd="sng" w="144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0" name="Google Shape;52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31476" y="3035897"/>
              <a:ext cx="247577" cy="19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1" name="Google Shape;521;p41"/>
          <p:cNvGrpSpPr/>
          <p:nvPr/>
        </p:nvGrpSpPr>
        <p:grpSpPr>
          <a:xfrm>
            <a:off x="2096359" y="2612310"/>
            <a:ext cx="1339493" cy="823328"/>
            <a:chOff x="1732408" y="2705837"/>
            <a:chExt cx="1106942" cy="852805"/>
          </a:xfrm>
        </p:grpSpPr>
        <p:sp>
          <p:nvSpPr>
            <p:cNvPr id="522" name="Google Shape;522;p41"/>
            <p:cNvSpPr/>
            <p:nvPr/>
          </p:nvSpPr>
          <p:spPr>
            <a:xfrm>
              <a:off x="1734029" y="2705837"/>
              <a:ext cx="1102995" cy="852805"/>
            </a:xfrm>
            <a:custGeom>
              <a:rect b="b" l="l" r="r" t="t"/>
              <a:pathLst>
                <a:path extrusionOk="0" h="852804" w="1102995">
                  <a:moveTo>
                    <a:pt x="1102825" y="852403"/>
                  </a:moveTo>
                  <a:lnTo>
                    <a:pt x="0" y="852403"/>
                  </a:lnTo>
                  <a:lnTo>
                    <a:pt x="0" y="0"/>
                  </a:lnTo>
                  <a:lnTo>
                    <a:pt x="1102825" y="0"/>
                  </a:lnTo>
                  <a:lnTo>
                    <a:pt x="1102825" y="85240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>
              <a:off x="1734029" y="2705837"/>
              <a:ext cx="1102995" cy="852805"/>
            </a:xfrm>
            <a:custGeom>
              <a:rect b="b" l="l" r="r" t="t"/>
              <a:pathLst>
                <a:path extrusionOk="0" h="852804" w="1102995">
                  <a:moveTo>
                    <a:pt x="0" y="0"/>
                  </a:moveTo>
                  <a:lnTo>
                    <a:pt x="1102825" y="0"/>
                  </a:lnTo>
                  <a:lnTo>
                    <a:pt x="1102825" y="852403"/>
                  </a:lnTo>
                  <a:lnTo>
                    <a:pt x="0" y="852403"/>
                  </a:lnTo>
                  <a:lnTo>
                    <a:pt x="0" y="0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1"/>
            <p:cNvSpPr/>
            <p:nvPr/>
          </p:nvSpPr>
          <p:spPr>
            <a:xfrm>
              <a:off x="1734450" y="2707844"/>
              <a:ext cx="1104900" cy="847090"/>
            </a:xfrm>
            <a:custGeom>
              <a:rect b="b" l="l" r="r" t="t"/>
              <a:pathLst>
                <a:path extrusionOk="0" h="847089" w="1104900">
                  <a:moveTo>
                    <a:pt x="1104398" y="847094"/>
                  </a:moveTo>
                  <a:lnTo>
                    <a:pt x="0" y="0"/>
                  </a:lnTo>
                  <a:lnTo>
                    <a:pt x="1104398" y="84709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1734450" y="2707844"/>
              <a:ext cx="1104900" cy="847090"/>
            </a:xfrm>
            <a:custGeom>
              <a:rect b="b" l="l" r="r" t="t"/>
              <a:pathLst>
                <a:path extrusionOk="0" h="847089" w="1104900">
                  <a:moveTo>
                    <a:pt x="0" y="0"/>
                  </a:moveTo>
                  <a:lnTo>
                    <a:pt x="1104398" y="847094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1732408" y="2707844"/>
              <a:ext cx="1102360" cy="847090"/>
            </a:xfrm>
            <a:custGeom>
              <a:rect b="b" l="l" r="r" t="t"/>
              <a:pathLst>
                <a:path extrusionOk="0" h="847089" w="1102360">
                  <a:moveTo>
                    <a:pt x="0" y="847094"/>
                  </a:moveTo>
                  <a:lnTo>
                    <a:pt x="1102357" y="0"/>
                  </a:lnTo>
                  <a:lnTo>
                    <a:pt x="0" y="84709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1732408" y="2707844"/>
              <a:ext cx="1102360" cy="847090"/>
            </a:xfrm>
            <a:custGeom>
              <a:rect b="b" l="l" r="r" t="t"/>
              <a:pathLst>
                <a:path extrusionOk="0" h="847089" w="1102360">
                  <a:moveTo>
                    <a:pt x="1102357" y="0"/>
                  </a:moveTo>
                  <a:lnTo>
                    <a:pt x="0" y="847094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1"/>
            <p:cNvSpPr/>
            <p:nvPr/>
          </p:nvSpPr>
          <p:spPr>
            <a:xfrm>
              <a:off x="2140502" y="2987463"/>
              <a:ext cx="290195" cy="289560"/>
            </a:xfrm>
            <a:custGeom>
              <a:rect b="b" l="l" r="r" t="t"/>
              <a:pathLst>
                <a:path extrusionOk="0" h="289560" w="290194">
                  <a:moveTo>
                    <a:pt x="144939" y="289152"/>
                  </a:moveTo>
                  <a:lnTo>
                    <a:pt x="102865" y="282928"/>
                  </a:lnTo>
                  <a:lnTo>
                    <a:pt x="64415" y="264786"/>
                  </a:lnTo>
                  <a:lnTo>
                    <a:pt x="32898" y="236295"/>
                  </a:lnTo>
                  <a:lnTo>
                    <a:pt x="11032" y="199903"/>
                  </a:lnTo>
                  <a:lnTo>
                    <a:pt x="696" y="158747"/>
                  </a:lnTo>
                  <a:lnTo>
                    <a:pt x="0" y="144576"/>
                  </a:lnTo>
                  <a:lnTo>
                    <a:pt x="696" y="130405"/>
                  </a:lnTo>
                  <a:lnTo>
                    <a:pt x="11032" y="89249"/>
                  </a:lnTo>
                  <a:lnTo>
                    <a:pt x="32898" y="52856"/>
                  </a:lnTo>
                  <a:lnTo>
                    <a:pt x="64415" y="24365"/>
                  </a:lnTo>
                  <a:lnTo>
                    <a:pt x="102865" y="6223"/>
                  </a:lnTo>
                  <a:lnTo>
                    <a:pt x="144939" y="0"/>
                  </a:lnTo>
                  <a:lnTo>
                    <a:pt x="159146" y="694"/>
                  </a:lnTo>
                  <a:lnTo>
                    <a:pt x="200405" y="11005"/>
                  </a:lnTo>
                  <a:lnTo>
                    <a:pt x="236889" y="32815"/>
                  </a:lnTo>
                  <a:lnTo>
                    <a:pt x="265452" y="64253"/>
                  </a:lnTo>
                  <a:lnTo>
                    <a:pt x="283639" y="102607"/>
                  </a:lnTo>
                  <a:lnTo>
                    <a:pt x="289879" y="144576"/>
                  </a:lnTo>
                  <a:lnTo>
                    <a:pt x="289182" y="158747"/>
                  </a:lnTo>
                  <a:lnTo>
                    <a:pt x="278846" y="199903"/>
                  </a:lnTo>
                  <a:lnTo>
                    <a:pt x="256980" y="236295"/>
                  </a:lnTo>
                  <a:lnTo>
                    <a:pt x="225463" y="264786"/>
                  </a:lnTo>
                  <a:lnTo>
                    <a:pt x="187013" y="282928"/>
                  </a:lnTo>
                  <a:lnTo>
                    <a:pt x="144939" y="28915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2140502" y="2987463"/>
              <a:ext cx="290195" cy="289560"/>
            </a:xfrm>
            <a:custGeom>
              <a:rect b="b" l="l" r="r" t="t"/>
              <a:pathLst>
                <a:path extrusionOk="0" h="289560" w="290194">
                  <a:moveTo>
                    <a:pt x="289879" y="144576"/>
                  </a:moveTo>
                  <a:lnTo>
                    <a:pt x="283639" y="186544"/>
                  </a:lnTo>
                  <a:lnTo>
                    <a:pt x="265452" y="224898"/>
                  </a:lnTo>
                  <a:lnTo>
                    <a:pt x="236889" y="256336"/>
                  </a:lnTo>
                  <a:lnTo>
                    <a:pt x="200405" y="278147"/>
                  </a:lnTo>
                  <a:lnTo>
                    <a:pt x="159146" y="288457"/>
                  </a:lnTo>
                  <a:lnTo>
                    <a:pt x="144939" y="289152"/>
                  </a:lnTo>
                  <a:lnTo>
                    <a:pt x="137818" y="288978"/>
                  </a:lnTo>
                  <a:lnTo>
                    <a:pt x="96118" y="280704"/>
                  </a:lnTo>
                  <a:lnTo>
                    <a:pt x="58591" y="260696"/>
                  </a:lnTo>
                  <a:lnTo>
                    <a:pt x="28527" y="230707"/>
                  </a:lnTo>
                  <a:lnTo>
                    <a:pt x="8468" y="193274"/>
                  </a:lnTo>
                  <a:lnTo>
                    <a:pt x="174" y="151678"/>
                  </a:lnTo>
                  <a:lnTo>
                    <a:pt x="0" y="144576"/>
                  </a:lnTo>
                  <a:lnTo>
                    <a:pt x="174" y="137473"/>
                  </a:lnTo>
                  <a:lnTo>
                    <a:pt x="8468" y="95877"/>
                  </a:lnTo>
                  <a:lnTo>
                    <a:pt x="28527" y="58444"/>
                  </a:lnTo>
                  <a:lnTo>
                    <a:pt x="58591" y="28455"/>
                  </a:lnTo>
                  <a:lnTo>
                    <a:pt x="96118" y="8447"/>
                  </a:lnTo>
                  <a:lnTo>
                    <a:pt x="137818" y="173"/>
                  </a:lnTo>
                  <a:lnTo>
                    <a:pt x="144939" y="0"/>
                  </a:lnTo>
                  <a:lnTo>
                    <a:pt x="152060" y="173"/>
                  </a:lnTo>
                  <a:lnTo>
                    <a:pt x="193760" y="8447"/>
                  </a:lnTo>
                  <a:lnTo>
                    <a:pt x="231287" y="28455"/>
                  </a:lnTo>
                  <a:lnTo>
                    <a:pt x="261351" y="58444"/>
                  </a:lnTo>
                  <a:lnTo>
                    <a:pt x="281410" y="95877"/>
                  </a:lnTo>
                  <a:lnTo>
                    <a:pt x="289704" y="137473"/>
                  </a:lnTo>
                  <a:lnTo>
                    <a:pt x="289879" y="144576"/>
                  </a:lnTo>
                </a:path>
              </a:pathLst>
            </a:custGeom>
            <a:noFill/>
            <a:ln cap="flat" cmpd="sng" w="144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30" name="Google Shape;53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1329" y="3035897"/>
              <a:ext cx="247577" cy="193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1" name="Google Shape;531;p41"/>
          <p:cNvGrpSpPr/>
          <p:nvPr/>
        </p:nvGrpSpPr>
        <p:grpSpPr>
          <a:xfrm>
            <a:off x="3750070" y="2321576"/>
            <a:ext cx="4998464" cy="272195"/>
            <a:chOff x="3099016" y="2404694"/>
            <a:chExt cx="4130675" cy="281940"/>
          </a:xfrm>
        </p:grpSpPr>
        <p:sp>
          <p:nvSpPr>
            <p:cNvPr id="532" name="Google Shape;532;p41"/>
            <p:cNvSpPr/>
            <p:nvPr/>
          </p:nvSpPr>
          <p:spPr>
            <a:xfrm>
              <a:off x="3099016" y="2404694"/>
              <a:ext cx="4130675" cy="281940"/>
            </a:xfrm>
            <a:custGeom>
              <a:rect b="b" l="l" r="r" t="t"/>
              <a:pathLst>
                <a:path extrusionOk="0" h="281939" w="4130675">
                  <a:moveTo>
                    <a:pt x="4130360" y="281862"/>
                  </a:moveTo>
                  <a:lnTo>
                    <a:pt x="0" y="281862"/>
                  </a:lnTo>
                  <a:lnTo>
                    <a:pt x="0" y="27182"/>
                  </a:lnTo>
                  <a:lnTo>
                    <a:pt x="27211" y="0"/>
                  </a:lnTo>
                  <a:lnTo>
                    <a:pt x="4100873" y="0"/>
                  </a:lnTo>
                  <a:lnTo>
                    <a:pt x="4130360" y="32673"/>
                  </a:lnTo>
                  <a:lnTo>
                    <a:pt x="4130360" y="28186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1"/>
            <p:cNvSpPr/>
            <p:nvPr/>
          </p:nvSpPr>
          <p:spPr>
            <a:xfrm>
              <a:off x="3099016" y="2404694"/>
              <a:ext cx="4130675" cy="281940"/>
            </a:xfrm>
            <a:custGeom>
              <a:rect b="b" l="l" r="r" t="t"/>
              <a:pathLst>
                <a:path extrusionOk="0" h="281939" w="4130675">
                  <a:moveTo>
                    <a:pt x="27211" y="0"/>
                  </a:moveTo>
                  <a:lnTo>
                    <a:pt x="4100873" y="0"/>
                  </a:lnTo>
                </a:path>
                <a:path extrusionOk="0" h="281939" w="4130675">
                  <a:moveTo>
                    <a:pt x="4130360" y="32673"/>
                  </a:moveTo>
                  <a:lnTo>
                    <a:pt x="4130360" y="281862"/>
                  </a:lnTo>
                  <a:lnTo>
                    <a:pt x="0" y="281862"/>
                  </a:lnTo>
                  <a:lnTo>
                    <a:pt x="0" y="27182"/>
                  </a:lnTo>
                </a:path>
              </a:pathLst>
            </a:custGeom>
            <a:noFill/>
            <a:ln cap="flat" cmpd="sng" w="117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1"/>
            <p:cNvSpPr/>
            <p:nvPr/>
          </p:nvSpPr>
          <p:spPr>
            <a:xfrm>
              <a:off x="6610852" y="2494697"/>
              <a:ext cx="424180" cy="103505"/>
            </a:xfrm>
            <a:custGeom>
              <a:rect b="b" l="l" r="r" t="t"/>
              <a:pathLst>
                <a:path extrusionOk="0" h="103505" w="424179">
                  <a:moveTo>
                    <a:pt x="407760" y="103511"/>
                  </a:moveTo>
                  <a:lnTo>
                    <a:pt x="14162" y="103511"/>
                  </a:lnTo>
                  <a:lnTo>
                    <a:pt x="0" y="14112"/>
                  </a:lnTo>
                  <a:lnTo>
                    <a:pt x="2071" y="8050"/>
                  </a:lnTo>
                  <a:lnTo>
                    <a:pt x="6313" y="3239"/>
                  </a:lnTo>
                  <a:lnTo>
                    <a:pt x="12079" y="412"/>
                  </a:lnTo>
                  <a:lnTo>
                    <a:pt x="16327" y="0"/>
                  </a:lnTo>
                  <a:lnTo>
                    <a:pt x="409925" y="0"/>
                  </a:lnTo>
                  <a:lnTo>
                    <a:pt x="416007" y="2064"/>
                  </a:lnTo>
                  <a:lnTo>
                    <a:pt x="420835" y="6290"/>
                  </a:lnTo>
                  <a:lnTo>
                    <a:pt x="423673" y="12036"/>
                  </a:lnTo>
                  <a:lnTo>
                    <a:pt x="424087" y="16269"/>
                  </a:lnTo>
                  <a:lnTo>
                    <a:pt x="424087" y="89398"/>
                  </a:lnTo>
                  <a:lnTo>
                    <a:pt x="422015" y="95460"/>
                  </a:lnTo>
                  <a:lnTo>
                    <a:pt x="417773" y="100271"/>
                  </a:lnTo>
                  <a:lnTo>
                    <a:pt x="412007" y="103098"/>
                  </a:lnTo>
                  <a:lnTo>
                    <a:pt x="407760" y="10351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1"/>
            <p:cNvSpPr/>
            <p:nvPr/>
          </p:nvSpPr>
          <p:spPr>
            <a:xfrm>
              <a:off x="6610852" y="2494697"/>
              <a:ext cx="424180" cy="103505"/>
            </a:xfrm>
            <a:custGeom>
              <a:rect b="b" l="l" r="r" t="t"/>
              <a:pathLst>
                <a:path extrusionOk="0" h="103505" w="424179">
                  <a:moveTo>
                    <a:pt x="16327" y="0"/>
                  </a:moveTo>
                  <a:lnTo>
                    <a:pt x="407760" y="0"/>
                  </a:lnTo>
                  <a:lnTo>
                    <a:pt x="409925" y="0"/>
                  </a:lnTo>
                  <a:lnTo>
                    <a:pt x="412007" y="412"/>
                  </a:lnTo>
                  <a:lnTo>
                    <a:pt x="414007" y="1238"/>
                  </a:lnTo>
                  <a:lnTo>
                    <a:pt x="416007" y="2064"/>
                  </a:lnTo>
                  <a:lnTo>
                    <a:pt x="417773" y="3239"/>
                  </a:lnTo>
                  <a:lnTo>
                    <a:pt x="419304" y="4765"/>
                  </a:lnTo>
                  <a:lnTo>
                    <a:pt x="420835" y="6290"/>
                  </a:lnTo>
                  <a:lnTo>
                    <a:pt x="422015" y="8050"/>
                  </a:lnTo>
                  <a:lnTo>
                    <a:pt x="422844" y="10043"/>
                  </a:lnTo>
                  <a:lnTo>
                    <a:pt x="423673" y="12036"/>
                  </a:lnTo>
                  <a:lnTo>
                    <a:pt x="424087" y="14112"/>
                  </a:lnTo>
                  <a:lnTo>
                    <a:pt x="424087" y="16269"/>
                  </a:lnTo>
                  <a:lnTo>
                    <a:pt x="424087" y="87241"/>
                  </a:lnTo>
                  <a:lnTo>
                    <a:pt x="424087" y="89398"/>
                  </a:lnTo>
                  <a:lnTo>
                    <a:pt x="423673" y="91474"/>
                  </a:lnTo>
                  <a:lnTo>
                    <a:pt x="422844" y="93467"/>
                  </a:lnTo>
                  <a:lnTo>
                    <a:pt x="422015" y="95460"/>
                  </a:lnTo>
                  <a:lnTo>
                    <a:pt x="407760" y="103511"/>
                  </a:lnTo>
                  <a:lnTo>
                    <a:pt x="16327" y="103511"/>
                  </a:lnTo>
                  <a:lnTo>
                    <a:pt x="4782" y="98745"/>
                  </a:lnTo>
                  <a:lnTo>
                    <a:pt x="3250" y="97220"/>
                  </a:lnTo>
                  <a:lnTo>
                    <a:pt x="2071" y="95460"/>
                  </a:lnTo>
                  <a:lnTo>
                    <a:pt x="1242" y="93467"/>
                  </a:lnTo>
                  <a:lnTo>
                    <a:pt x="414" y="91474"/>
                  </a:lnTo>
                  <a:lnTo>
                    <a:pt x="0" y="89398"/>
                  </a:lnTo>
                  <a:lnTo>
                    <a:pt x="0" y="87241"/>
                  </a:lnTo>
                  <a:lnTo>
                    <a:pt x="0" y="16269"/>
                  </a:lnTo>
                  <a:lnTo>
                    <a:pt x="4782" y="4765"/>
                  </a:lnTo>
                  <a:lnTo>
                    <a:pt x="6313" y="3239"/>
                  </a:lnTo>
                  <a:lnTo>
                    <a:pt x="8078" y="2064"/>
                  </a:lnTo>
                  <a:lnTo>
                    <a:pt x="10078" y="1238"/>
                  </a:lnTo>
                  <a:lnTo>
                    <a:pt x="12079" y="412"/>
                  </a:lnTo>
                  <a:lnTo>
                    <a:pt x="14162" y="0"/>
                  </a:lnTo>
                  <a:lnTo>
                    <a:pt x="16327" y="0"/>
                  </a:lnTo>
                </a:path>
              </a:pathLst>
            </a:custGeom>
            <a:noFill/>
            <a:ln cap="flat" cmpd="sng" w="106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1"/>
            <p:cNvSpPr/>
            <p:nvPr/>
          </p:nvSpPr>
          <p:spPr>
            <a:xfrm>
              <a:off x="4362717" y="2496562"/>
              <a:ext cx="1608455" cy="106045"/>
            </a:xfrm>
            <a:custGeom>
              <a:rect b="b" l="l" r="r" t="t"/>
              <a:pathLst>
                <a:path extrusionOk="0" h="106044" w="1608454">
                  <a:moveTo>
                    <a:pt x="1591944" y="105754"/>
                  </a:moveTo>
                  <a:lnTo>
                    <a:pt x="14162" y="105754"/>
                  </a:lnTo>
                  <a:lnTo>
                    <a:pt x="0" y="14112"/>
                  </a:lnTo>
                  <a:lnTo>
                    <a:pt x="2071" y="8050"/>
                  </a:lnTo>
                  <a:lnTo>
                    <a:pt x="6313" y="3239"/>
                  </a:lnTo>
                  <a:lnTo>
                    <a:pt x="12079" y="412"/>
                  </a:lnTo>
                  <a:lnTo>
                    <a:pt x="16327" y="0"/>
                  </a:lnTo>
                  <a:lnTo>
                    <a:pt x="1594109" y="0"/>
                  </a:lnTo>
                  <a:lnTo>
                    <a:pt x="1600192" y="2064"/>
                  </a:lnTo>
                  <a:lnTo>
                    <a:pt x="1605020" y="6290"/>
                  </a:lnTo>
                  <a:lnTo>
                    <a:pt x="1607857" y="12036"/>
                  </a:lnTo>
                  <a:lnTo>
                    <a:pt x="1608272" y="16269"/>
                  </a:lnTo>
                  <a:lnTo>
                    <a:pt x="1608271" y="91642"/>
                  </a:lnTo>
                  <a:lnTo>
                    <a:pt x="1606200" y="97704"/>
                  </a:lnTo>
                  <a:lnTo>
                    <a:pt x="1601958" y="102514"/>
                  </a:lnTo>
                  <a:lnTo>
                    <a:pt x="1596191" y="105341"/>
                  </a:lnTo>
                  <a:lnTo>
                    <a:pt x="1591944" y="1057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1"/>
            <p:cNvSpPr/>
            <p:nvPr/>
          </p:nvSpPr>
          <p:spPr>
            <a:xfrm>
              <a:off x="4362717" y="2496562"/>
              <a:ext cx="1608455" cy="106045"/>
            </a:xfrm>
            <a:custGeom>
              <a:rect b="b" l="l" r="r" t="t"/>
              <a:pathLst>
                <a:path extrusionOk="0" h="106044" w="1608454">
                  <a:moveTo>
                    <a:pt x="16327" y="0"/>
                  </a:moveTo>
                  <a:lnTo>
                    <a:pt x="1591944" y="0"/>
                  </a:lnTo>
                  <a:lnTo>
                    <a:pt x="1594109" y="0"/>
                  </a:lnTo>
                  <a:lnTo>
                    <a:pt x="1596191" y="412"/>
                  </a:lnTo>
                  <a:lnTo>
                    <a:pt x="1598192" y="1238"/>
                  </a:lnTo>
                  <a:lnTo>
                    <a:pt x="1600192" y="2064"/>
                  </a:lnTo>
                  <a:lnTo>
                    <a:pt x="1601958" y="3239"/>
                  </a:lnTo>
                  <a:lnTo>
                    <a:pt x="1608272" y="16269"/>
                  </a:lnTo>
                  <a:lnTo>
                    <a:pt x="1608272" y="89484"/>
                  </a:lnTo>
                  <a:lnTo>
                    <a:pt x="1591944" y="105754"/>
                  </a:lnTo>
                  <a:lnTo>
                    <a:pt x="16327" y="105754"/>
                  </a:lnTo>
                  <a:lnTo>
                    <a:pt x="14162" y="105754"/>
                  </a:lnTo>
                  <a:lnTo>
                    <a:pt x="12079" y="105341"/>
                  </a:lnTo>
                  <a:lnTo>
                    <a:pt x="10079" y="104516"/>
                  </a:lnTo>
                  <a:lnTo>
                    <a:pt x="8078" y="103690"/>
                  </a:lnTo>
                  <a:lnTo>
                    <a:pt x="6313" y="102514"/>
                  </a:lnTo>
                  <a:lnTo>
                    <a:pt x="4782" y="100989"/>
                  </a:lnTo>
                  <a:lnTo>
                    <a:pt x="3251" y="99463"/>
                  </a:lnTo>
                  <a:lnTo>
                    <a:pt x="2071" y="97704"/>
                  </a:lnTo>
                  <a:lnTo>
                    <a:pt x="1242" y="95710"/>
                  </a:lnTo>
                  <a:lnTo>
                    <a:pt x="414" y="93717"/>
                  </a:lnTo>
                  <a:lnTo>
                    <a:pt x="0" y="91642"/>
                  </a:lnTo>
                  <a:lnTo>
                    <a:pt x="0" y="89484"/>
                  </a:lnTo>
                  <a:lnTo>
                    <a:pt x="0" y="16269"/>
                  </a:lnTo>
                  <a:lnTo>
                    <a:pt x="10079" y="1238"/>
                  </a:lnTo>
                  <a:lnTo>
                    <a:pt x="12079" y="412"/>
                  </a:lnTo>
                  <a:lnTo>
                    <a:pt x="14162" y="0"/>
                  </a:lnTo>
                  <a:lnTo>
                    <a:pt x="16327" y="0"/>
                  </a:lnTo>
                </a:path>
              </a:pathLst>
            </a:custGeom>
            <a:noFill/>
            <a:ln cap="flat" cmpd="sng" w="117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1"/>
            <p:cNvSpPr/>
            <p:nvPr/>
          </p:nvSpPr>
          <p:spPr>
            <a:xfrm>
              <a:off x="3366731" y="2407077"/>
              <a:ext cx="424815" cy="268605"/>
            </a:xfrm>
            <a:custGeom>
              <a:rect b="b" l="l" r="r" t="t"/>
              <a:pathLst>
                <a:path extrusionOk="0" h="268605" w="424814">
                  <a:moveTo>
                    <a:pt x="424518" y="268454"/>
                  </a:moveTo>
                  <a:lnTo>
                    <a:pt x="0" y="268454"/>
                  </a:lnTo>
                  <a:lnTo>
                    <a:pt x="0" y="0"/>
                  </a:lnTo>
                  <a:lnTo>
                    <a:pt x="424518" y="0"/>
                  </a:lnTo>
                  <a:lnTo>
                    <a:pt x="424518" y="2684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1"/>
            <p:cNvSpPr/>
            <p:nvPr/>
          </p:nvSpPr>
          <p:spPr>
            <a:xfrm>
              <a:off x="3366731" y="2407077"/>
              <a:ext cx="424815" cy="268605"/>
            </a:xfrm>
            <a:custGeom>
              <a:rect b="b" l="l" r="r" t="t"/>
              <a:pathLst>
                <a:path extrusionOk="0" h="268605" w="424814">
                  <a:moveTo>
                    <a:pt x="0" y="0"/>
                  </a:moveTo>
                  <a:lnTo>
                    <a:pt x="424518" y="0"/>
                  </a:lnTo>
                  <a:lnTo>
                    <a:pt x="424518" y="268454"/>
                  </a:lnTo>
                  <a:lnTo>
                    <a:pt x="0" y="268454"/>
                  </a:lnTo>
                  <a:lnTo>
                    <a:pt x="0" y="0"/>
                  </a:lnTo>
                </a:path>
              </a:pathLst>
            </a:custGeom>
            <a:noFill/>
            <a:ln cap="flat" cmpd="sng" w="122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1"/>
            <p:cNvSpPr/>
            <p:nvPr/>
          </p:nvSpPr>
          <p:spPr>
            <a:xfrm>
              <a:off x="3367446" y="2409009"/>
              <a:ext cx="421640" cy="266065"/>
            </a:xfrm>
            <a:custGeom>
              <a:rect b="b" l="l" r="r" t="t"/>
              <a:pathLst>
                <a:path extrusionOk="0" h="266064" w="421639">
                  <a:moveTo>
                    <a:pt x="421406" y="266043"/>
                  </a:moveTo>
                  <a:lnTo>
                    <a:pt x="0" y="0"/>
                  </a:lnTo>
                  <a:lnTo>
                    <a:pt x="421406" y="26604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1"/>
            <p:cNvSpPr/>
            <p:nvPr/>
          </p:nvSpPr>
          <p:spPr>
            <a:xfrm>
              <a:off x="3367446" y="2409009"/>
              <a:ext cx="421640" cy="266065"/>
            </a:xfrm>
            <a:custGeom>
              <a:rect b="b" l="l" r="r" t="t"/>
              <a:pathLst>
                <a:path extrusionOk="0" h="266064" w="421639">
                  <a:moveTo>
                    <a:pt x="0" y="0"/>
                  </a:moveTo>
                  <a:lnTo>
                    <a:pt x="421406" y="266043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1"/>
            <p:cNvSpPr/>
            <p:nvPr/>
          </p:nvSpPr>
          <p:spPr>
            <a:xfrm>
              <a:off x="3371775" y="2410447"/>
              <a:ext cx="417195" cy="266065"/>
            </a:xfrm>
            <a:custGeom>
              <a:rect b="b" l="l" r="r" t="t"/>
              <a:pathLst>
                <a:path extrusionOk="0" h="266064" w="417195">
                  <a:moveTo>
                    <a:pt x="0" y="266043"/>
                  </a:moveTo>
                  <a:lnTo>
                    <a:pt x="417076" y="0"/>
                  </a:lnTo>
                  <a:lnTo>
                    <a:pt x="0" y="26604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3371775" y="2410447"/>
              <a:ext cx="417195" cy="266065"/>
            </a:xfrm>
            <a:custGeom>
              <a:rect b="b" l="l" r="r" t="t"/>
              <a:pathLst>
                <a:path extrusionOk="0" h="266064" w="417195">
                  <a:moveTo>
                    <a:pt x="417076" y="0"/>
                  </a:moveTo>
                  <a:lnTo>
                    <a:pt x="0" y="266043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41"/>
          <p:cNvGrpSpPr/>
          <p:nvPr/>
        </p:nvGrpSpPr>
        <p:grpSpPr>
          <a:xfrm>
            <a:off x="4060707" y="2982438"/>
            <a:ext cx="944786" cy="575042"/>
            <a:chOff x="3355723" y="3089217"/>
            <a:chExt cx="780761" cy="595630"/>
          </a:xfrm>
        </p:grpSpPr>
        <p:sp>
          <p:nvSpPr>
            <p:cNvPr id="545" name="Google Shape;545;p41"/>
            <p:cNvSpPr/>
            <p:nvPr/>
          </p:nvSpPr>
          <p:spPr>
            <a:xfrm>
              <a:off x="3359239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776427" y="592065"/>
                  </a:moveTo>
                  <a:lnTo>
                    <a:pt x="0" y="592065"/>
                  </a:lnTo>
                  <a:lnTo>
                    <a:pt x="0" y="0"/>
                  </a:lnTo>
                  <a:lnTo>
                    <a:pt x="776427" y="0"/>
                  </a:lnTo>
                  <a:lnTo>
                    <a:pt x="776427" y="59206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1"/>
            <p:cNvSpPr/>
            <p:nvPr/>
          </p:nvSpPr>
          <p:spPr>
            <a:xfrm>
              <a:off x="3359239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0" y="0"/>
                  </a:moveTo>
                  <a:lnTo>
                    <a:pt x="776427" y="0"/>
                  </a:lnTo>
                  <a:lnTo>
                    <a:pt x="776427" y="592065"/>
                  </a:lnTo>
                  <a:lnTo>
                    <a:pt x="0" y="592065"/>
                  </a:lnTo>
                  <a:lnTo>
                    <a:pt x="0" y="0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1"/>
            <p:cNvSpPr/>
            <p:nvPr/>
          </p:nvSpPr>
          <p:spPr>
            <a:xfrm>
              <a:off x="3358609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0" y="588654"/>
                  </a:moveTo>
                  <a:lnTo>
                    <a:pt x="777396" y="0"/>
                  </a:lnTo>
                  <a:lnTo>
                    <a:pt x="0" y="5886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3358609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777396" y="0"/>
                  </a:moveTo>
                  <a:lnTo>
                    <a:pt x="0" y="588654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3355723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779087" y="595392"/>
                  </a:moveTo>
                  <a:lnTo>
                    <a:pt x="0" y="0"/>
                  </a:lnTo>
                  <a:lnTo>
                    <a:pt x="779087" y="59539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3355723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0" y="0"/>
                  </a:moveTo>
                  <a:lnTo>
                    <a:pt x="779087" y="595392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41"/>
          <p:cNvGrpSpPr/>
          <p:nvPr/>
        </p:nvGrpSpPr>
        <p:grpSpPr>
          <a:xfrm>
            <a:off x="5203991" y="2982438"/>
            <a:ext cx="944786" cy="575042"/>
            <a:chOff x="4300520" y="3089217"/>
            <a:chExt cx="780761" cy="595630"/>
          </a:xfrm>
        </p:grpSpPr>
        <p:sp>
          <p:nvSpPr>
            <p:cNvPr id="552" name="Google Shape;552;p41"/>
            <p:cNvSpPr/>
            <p:nvPr/>
          </p:nvSpPr>
          <p:spPr>
            <a:xfrm>
              <a:off x="4304036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776427" y="592065"/>
                  </a:moveTo>
                  <a:lnTo>
                    <a:pt x="0" y="592065"/>
                  </a:lnTo>
                  <a:lnTo>
                    <a:pt x="0" y="0"/>
                  </a:lnTo>
                  <a:lnTo>
                    <a:pt x="776427" y="0"/>
                  </a:lnTo>
                  <a:lnTo>
                    <a:pt x="776427" y="59206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1"/>
            <p:cNvSpPr/>
            <p:nvPr/>
          </p:nvSpPr>
          <p:spPr>
            <a:xfrm>
              <a:off x="4304036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0" y="0"/>
                  </a:moveTo>
                  <a:lnTo>
                    <a:pt x="776427" y="0"/>
                  </a:lnTo>
                  <a:lnTo>
                    <a:pt x="776427" y="592065"/>
                  </a:lnTo>
                  <a:lnTo>
                    <a:pt x="0" y="592065"/>
                  </a:lnTo>
                  <a:lnTo>
                    <a:pt x="0" y="0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1"/>
            <p:cNvSpPr/>
            <p:nvPr/>
          </p:nvSpPr>
          <p:spPr>
            <a:xfrm>
              <a:off x="4303406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0" y="588654"/>
                  </a:moveTo>
                  <a:lnTo>
                    <a:pt x="777396" y="0"/>
                  </a:lnTo>
                  <a:lnTo>
                    <a:pt x="0" y="5886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1"/>
            <p:cNvSpPr/>
            <p:nvPr/>
          </p:nvSpPr>
          <p:spPr>
            <a:xfrm>
              <a:off x="4303406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777396" y="0"/>
                  </a:moveTo>
                  <a:lnTo>
                    <a:pt x="0" y="588654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1"/>
            <p:cNvSpPr/>
            <p:nvPr/>
          </p:nvSpPr>
          <p:spPr>
            <a:xfrm>
              <a:off x="4300520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779087" y="595392"/>
                  </a:moveTo>
                  <a:lnTo>
                    <a:pt x="0" y="0"/>
                  </a:lnTo>
                  <a:lnTo>
                    <a:pt x="779087" y="59539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1"/>
            <p:cNvSpPr/>
            <p:nvPr/>
          </p:nvSpPr>
          <p:spPr>
            <a:xfrm>
              <a:off x="4300520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0" y="0"/>
                  </a:moveTo>
                  <a:lnTo>
                    <a:pt x="779087" y="595392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41"/>
          <p:cNvGrpSpPr/>
          <p:nvPr/>
        </p:nvGrpSpPr>
        <p:grpSpPr>
          <a:xfrm>
            <a:off x="6347274" y="2982438"/>
            <a:ext cx="944786" cy="575042"/>
            <a:chOff x="5245317" y="3089217"/>
            <a:chExt cx="780761" cy="595630"/>
          </a:xfrm>
        </p:grpSpPr>
        <p:sp>
          <p:nvSpPr>
            <p:cNvPr id="559" name="Google Shape;559;p41"/>
            <p:cNvSpPr/>
            <p:nvPr/>
          </p:nvSpPr>
          <p:spPr>
            <a:xfrm>
              <a:off x="5248833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776427" y="592065"/>
                  </a:moveTo>
                  <a:lnTo>
                    <a:pt x="0" y="592065"/>
                  </a:lnTo>
                  <a:lnTo>
                    <a:pt x="0" y="0"/>
                  </a:lnTo>
                  <a:lnTo>
                    <a:pt x="776427" y="0"/>
                  </a:lnTo>
                  <a:lnTo>
                    <a:pt x="776427" y="59206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1"/>
            <p:cNvSpPr/>
            <p:nvPr/>
          </p:nvSpPr>
          <p:spPr>
            <a:xfrm>
              <a:off x="5248833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0" y="0"/>
                  </a:moveTo>
                  <a:lnTo>
                    <a:pt x="776427" y="0"/>
                  </a:lnTo>
                  <a:lnTo>
                    <a:pt x="776427" y="592065"/>
                  </a:lnTo>
                  <a:lnTo>
                    <a:pt x="0" y="592065"/>
                  </a:lnTo>
                  <a:lnTo>
                    <a:pt x="0" y="0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1"/>
            <p:cNvSpPr/>
            <p:nvPr/>
          </p:nvSpPr>
          <p:spPr>
            <a:xfrm>
              <a:off x="5248203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0" y="588654"/>
                  </a:moveTo>
                  <a:lnTo>
                    <a:pt x="777396" y="0"/>
                  </a:lnTo>
                  <a:lnTo>
                    <a:pt x="0" y="5886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1"/>
            <p:cNvSpPr/>
            <p:nvPr/>
          </p:nvSpPr>
          <p:spPr>
            <a:xfrm>
              <a:off x="5248203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777396" y="0"/>
                  </a:moveTo>
                  <a:lnTo>
                    <a:pt x="0" y="588654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1"/>
            <p:cNvSpPr/>
            <p:nvPr/>
          </p:nvSpPr>
          <p:spPr>
            <a:xfrm>
              <a:off x="5245317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779087" y="595392"/>
                  </a:moveTo>
                  <a:lnTo>
                    <a:pt x="0" y="0"/>
                  </a:lnTo>
                  <a:lnTo>
                    <a:pt x="779087" y="59539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1"/>
            <p:cNvSpPr/>
            <p:nvPr/>
          </p:nvSpPr>
          <p:spPr>
            <a:xfrm>
              <a:off x="5245317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0" y="0"/>
                  </a:moveTo>
                  <a:lnTo>
                    <a:pt x="779087" y="595392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41"/>
          <p:cNvGrpSpPr/>
          <p:nvPr/>
        </p:nvGrpSpPr>
        <p:grpSpPr>
          <a:xfrm>
            <a:off x="7490558" y="2982438"/>
            <a:ext cx="944786" cy="575042"/>
            <a:chOff x="6190114" y="3089217"/>
            <a:chExt cx="780761" cy="595630"/>
          </a:xfrm>
        </p:grpSpPr>
        <p:sp>
          <p:nvSpPr>
            <p:cNvPr id="566" name="Google Shape;566;p41"/>
            <p:cNvSpPr/>
            <p:nvPr/>
          </p:nvSpPr>
          <p:spPr>
            <a:xfrm>
              <a:off x="6193630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776427" y="592065"/>
                  </a:moveTo>
                  <a:lnTo>
                    <a:pt x="0" y="592065"/>
                  </a:lnTo>
                  <a:lnTo>
                    <a:pt x="0" y="0"/>
                  </a:lnTo>
                  <a:lnTo>
                    <a:pt x="776427" y="0"/>
                  </a:lnTo>
                  <a:lnTo>
                    <a:pt x="776427" y="59206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1"/>
            <p:cNvSpPr/>
            <p:nvPr/>
          </p:nvSpPr>
          <p:spPr>
            <a:xfrm>
              <a:off x="6193630" y="3089638"/>
              <a:ext cx="776605" cy="592455"/>
            </a:xfrm>
            <a:custGeom>
              <a:rect b="b" l="l" r="r" t="t"/>
              <a:pathLst>
                <a:path extrusionOk="0" h="592454" w="776604">
                  <a:moveTo>
                    <a:pt x="0" y="0"/>
                  </a:moveTo>
                  <a:lnTo>
                    <a:pt x="776427" y="0"/>
                  </a:lnTo>
                  <a:lnTo>
                    <a:pt x="776427" y="592065"/>
                  </a:lnTo>
                  <a:lnTo>
                    <a:pt x="0" y="592065"/>
                  </a:lnTo>
                  <a:lnTo>
                    <a:pt x="0" y="0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6193000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0" y="588654"/>
                  </a:moveTo>
                  <a:lnTo>
                    <a:pt x="777396" y="0"/>
                  </a:lnTo>
                  <a:lnTo>
                    <a:pt x="0" y="5886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6193000" y="3090769"/>
              <a:ext cx="777875" cy="589280"/>
            </a:xfrm>
            <a:custGeom>
              <a:rect b="b" l="l" r="r" t="t"/>
              <a:pathLst>
                <a:path extrusionOk="0" h="589279" w="777875">
                  <a:moveTo>
                    <a:pt x="777396" y="0"/>
                  </a:moveTo>
                  <a:lnTo>
                    <a:pt x="0" y="588654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6190114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779087" y="595392"/>
                  </a:moveTo>
                  <a:lnTo>
                    <a:pt x="0" y="0"/>
                  </a:lnTo>
                  <a:lnTo>
                    <a:pt x="779087" y="595392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6190114" y="3089217"/>
              <a:ext cx="779145" cy="595630"/>
            </a:xfrm>
            <a:custGeom>
              <a:rect b="b" l="l" r="r" t="t"/>
              <a:pathLst>
                <a:path extrusionOk="0" h="595629" w="779145">
                  <a:moveTo>
                    <a:pt x="0" y="0"/>
                  </a:moveTo>
                  <a:lnTo>
                    <a:pt x="779087" y="595392"/>
                  </a:lnTo>
                </a:path>
              </a:pathLst>
            </a:custGeom>
            <a:noFill/>
            <a:ln cap="flat" cmpd="sng" w="138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41"/>
          <p:cNvSpPr txBox="1"/>
          <p:nvPr/>
        </p:nvSpPr>
        <p:spPr>
          <a:xfrm>
            <a:off x="6052095" y="2584960"/>
            <a:ext cx="396496" cy="16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Trebuchet MS"/>
                <a:ea typeface="Trebuchet MS"/>
                <a:cs typeface="Trebuchet MS"/>
                <a:sym typeface="Trebuchet MS"/>
              </a:rPr>
              <a:t>Texto</a:t>
            </a: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77" name="Google Shape;577;p42"/>
          <p:cNvSpPr txBox="1"/>
          <p:nvPr>
            <p:ph type="title"/>
          </p:nvPr>
        </p:nvSpPr>
        <p:spPr>
          <a:xfrm>
            <a:off x="3926020" y="1364635"/>
            <a:ext cx="12810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Contato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42"/>
          <p:cNvSpPr txBox="1"/>
          <p:nvPr/>
        </p:nvSpPr>
        <p:spPr>
          <a:xfrm>
            <a:off x="601290" y="2276812"/>
            <a:ext cx="7623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texto</a:t>
            </a:r>
            <a:endParaRPr sz="65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2054789" y="2376374"/>
            <a:ext cx="1270083" cy="1144051"/>
          </a:xfrm>
          <a:custGeom>
            <a:rect b="b" l="l" r="r" t="t"/>
            <a:pathLst>
              <a:path extrusionOk="0" h="1185545" w="1049655">
                <a:moveTo>
                  <a:pt x="1049280" y="1185117"/>
                </a:moveTo>
                <a:lnTo>
                  <a:pt x="0" y="1185117"/>
                </a:lnTo>
                <a:lnTo>
                  <a:pt x="0" y="0"/>
                </a:lnTo>
                <a:lnTo>
                  <a:pt x="1049280" y="0"/>
                </a:lnTo>
                <a:lnTo>
                  <a:pt x="1049280" y="1185117"/>
                </a:lnTo>
                <a:close/>
              </a:path>
            </a:pathLst>
          </a:custGeom>
          <a:solidFill>
            <a:srgbClr val="5BBE5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16" y="2570777"/>
            <a:ext cx="91844" cy="6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16" y="2763434"/>
            <a:ext cx="115118" cy="6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16" y="2947246"/>
            <a:ext cx="115118" cy="6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16" y="3132041"/>
            <a:ext cx="91844" cy="68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p42"/>
          <p:cNvGrpSpPr/>
          <p:nvPr/>
        </p:nvGrpSpPr>
        <p:grpSpPr>
          <a:xfrm>
            <a:off x="3750119" y="2321492"/>
            <a:ext cx="5002372" cy="1322315"/>
            <a:chOff x="3099016" y="2404694"/>
            <a:chExt cx="4133850" cy="1369707"/>
          </a:xfrm>
        </p:grpSpPr>
        <p:sp>
          <p:nvSpPr>
            <p:cNvPr id="585" name="Google Shape;585;p42"/>
            <p:cNvSpPr/>
            <p:nvPr/>
          </p:nvSpPr>
          <p:spPr>
            <a:xfrm>
              <a:off x="3099016" y="2404706"/>
              <a:ext cx="4133850" cy="1369695"/>
            </a:xfrm>
            <a:custGeom>
              <a:rect b="b" l="l" r="r" t="t"/>
              <a:pathLst>
                <a:path extrusionOk="0" h="1369695" w="4133850">
                  <a:moveTo>
                    <a:pt x="4133850" y="281851"/>
                  </a:moveTo>
                  <a:lnTo>
                    <a:pt x="4130357" y="281851"/>
                  </a:lnTo>
                  <a:lnTo>
                    <a:pt x="4130357" y="32664"/>
                  </a:lnTo>
                  <a:lnTo>
                    <a:pt x="4126433" y="23190"/>
                  </a:lnTo>
                  <a:lnTo>
                    <a:pt x="4122204" y="16865"/>
                  </a:lnTo>
                  <a:lnTo>
                    <a:pt x="4111231" y="5892"/>
                  </a:lnTo>
                  <a:lnTo>
                    <a:pt x="4104906" y="1663"/>
                  </a:lnTo>
                  <a:lnTo>
                    <a:pt x="4100868" y="0"/>
                  </a:lnTo>
                  <a:lnTo>
                    <a:pt x="27203" y="0"/>
                  </a:lnTo>
                  <a:lnTo>
                    <a:pt x="0" y="27178"/>
                  </a:lnTo>
                  <a:lnTo>
                    <a:pt x="0" y="281851"/>
                  </a:lnTo>
                  <a:lnTo>
                    <a:pt x="1639443" y="281851"/>
                  </a:lnTo>
                  <a:lnTo>
                    <a:pt x="1639443" y="1369250"/>
                  </a:lnTo>
                  <a:lnTo>
                    <a:pt x="4083100" y="1369250"/>
                  </a:lnTo>
                  <a:lnTo>
                    <a:pt x="4090568" y="1367764"/>
                  </a:lnTo>
                  <a:lnTo>
                    <a:pt x="4126433" y="1340294"/>
                  </a:lnTo>
                  <a:lnTo>
                    <a:pt x="4133850" y="1318501"/>
                  </a:lnTo>
                  <a:lnTo>
                    <a:pt x="4133850" y="28185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2"/>
            <p:cNvSpPr/>
            <p:nvPr/>
          </p:nvSpPr>
          <p:spPr>
            <a:xfrm>
              <a:off x="3099016" y="2404694"/>
              <a:ext cx="4130675" cy="281940"/>
            </a:xfrm>
            <a:custGeom>
              <a:rect b="b" l="l" r="r" t="t"/>
              <a:pathLst>
                <a:path extrusionOk="0" h="281939" w="4130675">
                  <a:moveTo>
                    <a:pt x="27211" y="0"/>
                  </a:moveTo>
                  <a:lnTo>
                    <a:pt x="4100873" y="0"/>
                  </a:lnTo>
                </a:path>
                <a:path extrusionOk="0" h="281939" w="4130675">
                  <a:moveTo>
                    <a:pt x="4130360" y="32673"/>
                  </a:moveTo>
                  <a:lnTo>
                    <a:pt x="4130360" y="281862"/>
                  </a:lnTo>
                  <a:lnTo>
                    <a:pt x="0" y="281862"/>
                  </a:lnTo>
                  <a:lnTo>
                    <a:pt x="0" y="27182"/>
                  </a:lnTo>
                </a:path>
              </a:pathLst>
            </a:custGeom>
            <a:noFill/>
            <a:ln cap="flat" cmpd="sng" w="117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2"/>
            <p:cNvSpPr/>
            <p:nvPr/>
          </p:nvSpPr>
          <p:spPr>
            <a:xfrm>
              <a:off x="6610852" y="2494697"/>
              <a:ext cx="424180" cy="103505"/>
            </a:xfrm>
            <a:custGeom>
              <a:rect b="b" l="l" r="r" t="t"/>
              <a:pathLst>
                <a:path extrusionOk="0" h="103505" w="424179">
                  <a:moveTo>
                    <a:pt x="407760" y="103511"/>
                  </a:moveTo>
                  <a:lnTo>
                    <a:pt x="14162" y="103511"/>
                  </a:lnTo>
                  <a:lnTo>
                    <a:pt x="0" y="14112"/>
                  </a:lnTo>
                  <a:lnTo>
                    <a:pt x="2071" y="8050"/>
                  </a:lnTo>
                  <a:lnTo>
                    <a:pt x="6313" y="3239"/>
                  </a:lnTo>
                  <a:lnTo>
                    <a:pt x="12079" y="412"/>
                  </a:lnTo>
                  <a:lnTo>
                    <a:pt x="16327" y="0"/>
                  </a:lnTo>
                  <a:lnTo>
                    <a:pt x="409925" y="0"/>
                  </a:lnTo>
                  <a:lnTo>
                    <a:pt x="416007" y="2064"/>
                  </a:lnTo>
                  <a:lnTo>
                    <a:pt x="420835" y="6290"/>
                  </a:lnTo>
                  <a:lnTo>
                    <a:pt x="423673" y="12036"/>
                  </a:lnTo>
                  <a:lnTo>
                    <a:pt x="424087" y="16269"/>
                  </a:lnTo>
                  <a:lnTo>
                    <a:pt x="424087" y="89398"/>
                  </a:lnTo>
                  <a:lnTo>
                    <a:pt x="422015" y="95460"/>
                  </a:lnTo>
                  <a:lnTo>
                    <a:pt x="417773" y="100271"/>
                  </a:lnTo>
                  <a:lnTo>
                    <a:pt x="412007" y="103098"/>
                  </a:lnTo>
                  <a:lnTo>
                    <a:pt x="407760" y="10351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2"/>
            <p:cNvSpPr/>
            <p:nvPr/>
          </p:nvSpPr>
          <p:spPr>
            <a:xfrm>
              <a:off x="6610852" y="2494697"/>
              <a:ext cx="424180" cy="103505"/>
            </a:xfrm>
            <a:custGeom>
              <a:rect b="b" l="l" r="r" t="t"/>
              <a:pathLst>
                <a:path extrusionOk="0" h="103505" w="424179">
                  <a:moveTo>
                    <a:pt x="16327" y="0"/>
                  </a:moveTo>
                  <a:lnTo>
                    <a:pt x="407760" y="0"/>
                  </a:lnTo>
                  <a:lnTo>
                    <a:pt x="409925" y="0"/>
                  </a:lnTo>
                  <a:lnTo>
                    <a:pt x="412007" y="412"/>
                  </a:lnTo>
                  <a:lnTo>
                    <a:pt x="414007" y="1238"/>
                  </a:lnTo>
                  <a:lnTo>
                    <a:pt x="416007" y="2064"/>
                  </a:lnTo>
                  <a:lnTo>
                    <a:pt x="417773" y="3239"/>
                  </a:lnTo>
                  <a:lnTo>
                    <a:pt x="419304" y="4765"/>
                  </a:lnTo>
                  <a:lnTo>
                    <a:pt x="420835" y="6290"/>
                  </a:lnTo>
                  <a:lnTo>
                    <a:pt x="422015" y="8050"/>
                  </a:lnTo>
                  <a:lnTo>
                    <a:pt x="422844" y="10043"/>
                  </a:lnTo>
                  <a:lnTo>
                    <a:pt x="423673" y="12036"/>
                  </a:lnTo>
                  <a:lnTo>
                    <a:pt x="424087" y="14112"/>
                  </a:lnTo>
                  <a:lnTo>
                    <a:pt x="424087" y="16269"/>
                  </a:lnTo>
                  <a:lnTo>
                    <a:pt x="424087" y="87241"/>
                  </a:lnTo>
                  <a:lnTo>
                    <a:pt x="424087" y="89398"/>
                  </a:lnTo>
                  <a:lnTo>
                    <a:pt x="423673" y="91474"/>
                  </a:lnTo>
                  <a:lnTo>
                    <a:pt x="422844" y="93467"/>
                  </a:lnTo>
                  <a:lnTo>
                    <a:pt x="422015" y="95460"/>
                  </a:lnTo>
                  <a:lnTo>
                    <a:pt x="407760" y="103511"/>
                  </a:lnTo>
                  <a:lnTo>
                    <a:pt x="16327" y="103511"/>
                  </a:lnTo>
                  <a:lnTo>
                    <a:pt x="4782" y="98745"/>
                  </a:lnTo>
                  <a:lnTo>
                    <a:pt x="3250" y="97220"/>
                  </a:lnTo>
                  <a:lnTo>
                    <a:pt x="2071" y="95460"/>
                  </a:lnTo>
                  <a:lnTo>
                    <a:pt x="1242" y="93467"/>
                  </a:lnTo>
                  <a:lnTo>
                    <a:pt x="414" y="91474"/>
                  </a:lnTo>
                  <a:lnTo>
                    <a:pt x="0" y="89398"/>
                  </a:lnTo>
                  <a:lnTo>
                    <a:pt x="0" y="87241"/>
                  </a:lnTo>
                  <a:lnTo>
                    <a:pt x="0" y="16269"/>
                  </a:lnTo>
                  <a:lnTo>
                    <a:pt x="4782" y="4765"/>
                  </a:lnTo>
                  <a:lnTo>
                    <a:pt x="6313" y="3239"/>
                  </a:lnTo>
                  <a:lnTo>
                    <a:pt x="8078" y="2064"/>
                  </a:lnTo>
                  <a:lnTo>
                    <a:pt x="10078" y="1238"/>
                  </a:lnTo>
                  <a:lnTo>
                    <a:pt x="12079" y="412"/>
                  </a:lnTo>
                  <a:lnTo>
                    <a:pt x="14162" y="0"/>
                  </a:lnTo>
                  <a:lnTo>
                    <a:pt x="16327" y="0"/>
                  </a:lnTo>
                </a:path>
              </a:pathLst>
            </a:custGeom>
            <a:noFill/>
            <a:ln cap="flat" cmpd="sng" w="106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2"/>
            <p:cNvSpPr/>
            <p:nvPr/>
          </p:nvSpPr>
          <p:spPr>
            <a:xfrm>
              <a:off x="4362717" y="2496562"/>
              <a:ext cx="1608455" cy="106045"/>
            </a:xfrm>
            <a:custGeom>
              <a:rect b="b" l="l" r="r" t="t"/>
              <a:pathLst>
                <a:path extrusionOk="0" h="106044" w="1608454">
                  <a:moveTo>
                    <a:pt x="1591944" y="105754"/>
                  </a:moveTo>
                  <a:lnTo>
                    <a:pt x="14162" y="105754"/>
                  </a:lnTo>
                  <a:lnTo>
                    <a:pt x="0" y="14112"/>
                  </a:lnTo>
                  <a:lnTo>
                    <a:pt x="2071" y="8050"/>
                  </a:lnTo>
                  <a:lnTo>
                    <a:pt x="6313" y="3239"/>
                  </a:lnTo>
                  <a:lnTo>
                    <a:pt x="12079" y="412"/>
                  </a:lnTo>
                  <a:lnTo>
                    <a:pt x="16327" y="0"/>
                  </a:lnTo>
                  <a:lnTo>
                    <a:pt x="1594109" y="0"/>
                  </a:lnTo>
                  <a:lnTo>
                    <a:pt x="1600192" y="2064"/>
                  </a:lnTo>
                  <a:lnTo>
                    <a:pt x="1605020" y="6290"/>
                  </a:lnTo>
                  <a:lnTo>
                    <a:pt x="1607857" y="12036"/>
                  </a:lnTo>
                  <a:lnTo>
                    <a:pt x="1608272" y="16269"/>
                  </a:lnTo>
                  <a:lnTo>
                    <a:pt x="1608271" y="91642"/>
                  </a:lnTo>
                  <a:lnTo>
                    <a:pt x="1606200" y="97704"/>
                  </a:lnTo>
                  <a:lnTo>
                    <a:pt x="1601958" y="102514"/>
                  </a:lnTo>
                  <a:lnTo>
                    <a:pt x="1596191" y="105341"/>
                  </a:lnTo>
                  <a:lnTo>
                    <a:pt x="1591944" y="1057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2"/>
            <p:cNvSpPr/>
            <p:nvPr/>
          </p:nvSpPr>
          <p:spPr>
            <a:xfrm>
              <a:off x="4362717" y="2496562"/>
              <a:ext cx="1608455" cy="106045"/>
            </a:xfrm>
            <a:custGeom>
              <a:rect b="b" l="l" r="r" t="t"/>
              <a:pathLst>
                <a:path extrusionOk="0" h="106044" w="1608454">
                  <a:moveTo>
                    <a:pt x="16327" y="0"/>
                  </a:moveTo>
                  <a:lnTo>
                    <a:pt x="1591944" y="0"/>
                  </a:lnTo>
                  <a:lnTo>
                    <a:pt x="1594109" y="0"/>
                  </a:lnTo>
                  <a:lnTo>
                    <a:pt x="1596191" y="412"/>
                  </a:lnTo>
                  <a:lnTo>
                    <a:pt x="1598192" y="1238"/>
                  </a:lnTo>
                  <a:lnTo>
                    <a:pt x="1600192" y="2064"/>
                  </a:lnTo>
                  <a:lnTo>
                    <a:pt x="1601958" y="3239"/>
                  </a:lnTo>
                  <a:lnTo>
                    <a:pt x="1608272" y="16269"/>
                  </a:lnTo>
                  <a:lnTo>
                    <a:pt x="1608272" y="89484"/>
                  </a:lnTo>
                  <a:lnTo>
                    <a:pt x="1591944" y="105754"/>
                  </a:lnTo>
                  <a:lnTo>
                    <a:pt x="16327" y="105754"/>
                  </a:lnTo>
                  <a:lnTo>
                    <a:pt x="14162" y="105754"/>
                  </a:lnTo>
                  <a:lnTo>
                    <a:pt x="12079" y="105341"/>
                  </a:lnTo>
                  <a:lnTo>
                    <a:pt x="10079" y="104516"/>
                  </a:lnTo>
                  <a:lnTo>
                    <a:pt x="8078" y="103690"/>
                  </a:lnTo>
                  <a:lnTo>
                    <a:pt x="6313" y="102514"/>
                  </a:lnTo>
                  <a:lnTo>
                    <a:pt x="4782" y="100989"/>
                  </a:lnTo>
                  <a:lnTo>
                    <a:pt x="3251" y="99463"/>
                  </a:lnTo>
                  <a:lnTo>
                    <a:pt x="2071" y="97704"/>
                  </a:lnTo>
                  <a:lnTo>
                    <a:pt x="1242" y="95710"/>
                  </a:lnTo>
                  <a:lnTo>
                    <a:pt x="414" y="93717"/>
                  </a:lnTo>
                  <a:lnTo>
                    <a:pt x="0" y="91642"/>
                  </a:lnTo>
                  <a:lnTo>
                    <a:pt x="0" y="89484"/>
                  </a:lnTo>
                  <a:lnTo>
                    <a:pt x="0" y="16269"/>
                  </a:lnTo>
                  <a:lnTo>
                    <a:pt x="10079" y="1238"/>
                  </a:lnTo>
                  <a:lnTo>
                    <a:pt x="12079" y="412"/>
                  </a:lnTo>
                  <a:lnTo>
                    <a:pt x="14162" y="0"/>
                  </a:lnTo>
                  <a:lnTo>
                    <a:pt x="16327" y="0"/>
                  </a:lnTo>
                </a:path>
              </a:pathLst>
            </a:custGeom>
            <a:noFill/>
            <a:ln cap="flat" cmpd="sng" w="117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2"/>
            <p:cNvSpPr/>
            <p:nvPr/>
          </p:nvSpPr>
          <p:spPr>
            <a:xfrm>
              <a:off x="3366731" y="2407077"/>
              <a:ext cx="424815" cy="268605"/>
            </a:xfrm>
            <a:custGeom>
              <a:rect b="b" l="l" r="r" t="t"/>
              <a:pathLst>
                <a:path extrusionOk="0" h="268605" w="424814">
                  <a:moveTo>
                    <a:pt x="424518" y="268454"/>
                  </a:moveTo>
                  <a:lnTo>
                    <a:pt x="0" y="268454"/>
                  </a:lnTo>
                  <a:lnTo>
                    <a:pt x="0" y="0"/>
                  </a:lnTo>
                  <a:lnTo>
                    <a:pt x="424518" y="0"/>
                  </a:lnTo>
                  <a:lnTo>
                    <a:pt x="424518" y="26845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2"/>
            <p:cNvSpPr/>
            <p:nvPr/>
          </p:nvSpPr>
          <p:spPr>
            <a:xfrm>
              <a:off x="3366731" y="2407077"/>
              <a:ext cx="424815" cy="268605"/>
            </a:xfrm>
            <a:custGeom>
              <a:rect b="b" l="l" r="r" t="t"/>
              <a:pathLst>
                <a:path extrusionOk="0" h="268605" w="424814">
                  <a:moveTo>
                    <a:pt x="0" y="0"/>
                  </a:moveTo>
                  <a:lnTo>
                    <a:pt x="424518" y="0"/>
                  </a:lnTo>
                  <a:lnTo>
                    <a:pt x="424518" y="268454"/>
                  </a:lnTo>
                  <a:lnTo>
                    <a:pt x="0" y="268454"/>
                  </a:lnTo>
                  <a:lnTo>
                    <a:pt x="0" y="0"/>
                  </a:lnTo>
                </a:path>
              </a:pathLst>
            </a:custGeom>
            <a:noFill/>
            <a:ln cap="flat" cmpd="sng" w="12250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2"/>
            <p:cNvSpPr/>
            <p:nvPr/>
          </p:nvSpPr>
          <p:spPr>
            <a:xfrm>
              <a:off x="3367446" y="2409009"/>
              <a:ext cx="421640" cy="266065"/>
            </a:xfrm>
            <a:custGeom>
              <a:rect b="b" l="l" r="r" t="t"/>
              <a:pathLst>
                <a:path extrusionOk="0" h="266064" w="421639">
                  <a:moveTo>
                    <a:pt x="421406" y="266043"/>
                  </a:moveTo>
                  <a:lnTo>
                    <a:pt x="0" y="0"/>
                  </a:lnTo>
                  <a:lnTo>
                    <a:pt x="421406" y="26604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2"/>
            <p:cNvSpPr/>
            <p:nvPr/>
          </p:nvSpPr>
          <p:spPr>
            <a:xfrm>
              <a:off x="3367446" y="2409009"/>
              <a:ext cx="421640" cy="266065"/>
            </a:xfrm>
            <a:custGeom>
              <a:rect b="b" l="l" r="r" t="t"/>
              <a:pathLst>
                <a:path extrusionOk="0" h="266064" w="421639">
                  <a:moveTo>
                    <a:pt x="0" y="0"/>
                  </a:moveTo>
                  <a:lnTo>
                    <a:pt x="421406" y="266043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2"/>
            <p:cNvSpPr/>
            <p:nvPr/>
          </p:nvSpPr>
          <p:spPr>
            <a:xfrm>
              <a:off x="3371775" y="2410447"/>
              <a:ext cx="417195" cy="266065"/>
            </a:xfrm>
            <a:custGeom>
              <a:rect b="b" l="l" r="r" t="t"/>
              <a:pathLst>
                <a:path extrusionOk="0" h="266064" w="417195">
                  <a:moveTo>
                    <a:pt x="0" y="266043"/>
                  </a:moveTo>
                  <a:lnTo>
                    <a:pt x="417076" y="0"/>
                  </a:lnTo>
                  <a:lnTo>
                    <a:pt x="0" y="26604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2"/>
            <p:cNvSpPr/>
            <p:nvPr/>
          </p:nvSpPr>
          <p:spPr>
            <a:xfrm>
              <a:off x="3371775" y="2410447"/>
              <a:ext cx="417195" cy="266065"/>
            </a:xfrm>
            <a:custGeom>
              <a:rect b="b" l="l" r="r" t="t"/>
              <a:pathLst>
                <a:path extrusionOk="0" h="266064" w="417195">
                  <a:moveTo>
                    <a:pt x="417076" y="0"/>
                  </a:moveTo>
                  <a:lnTo>
                    <a:pt x="0" y="266043"/>
                  </a:lnTo>
                </a:path>
              </a:pathLst>
            </a:custGeom>
            <a:noFill/>
            <a:ln cap="flat" cmpd="sng" w="1177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2"/>
            <p:cNvSpPr/>
            <p:nvPr/>
          </p:nvSpPr>
          <p:spPr>
            <a:xfrm>
              <a:off x="3247606" y="2750133"/>
              <a:ext cx="1343660" cy="137795"/>
            </a:xfrm>
            <a:custGeom>
              <a:rect b="b" l="l" r="r" t="t"/>
              <a:pathLst>
                <a:path extrusionOk="0" h="137794" w="1343660">
                  <a:moveTo>
                    <a:pt x="1343507" y="16929"/>
                  </a:moveTo>
                  <a:lnTo>
                    <a:pt x="1341183" y="7543"/>
                  </a:lnTo>
                  <a:lnTo>
                    <a:pt x="1337729" y="2476"/>
                  </a:lnTo>
                  <a:lnTo>
                    <a:pt x="1334858" y="495"/>
                  </a:lnTo>
                  <a:lnTo>
                    <a:pt x="1333360" y="0"/>
                  </a:lnTo>
                  <a:lnTo>
                    <a:pt x="11696" y="0"/>
                  </a:lnTo>
                  <a:lnTo>
                    <a:pt x="10147" y="0"/>
                  </a:lnTo>
                  <a:lnTo>
                    <a:pt x="0" y="120561"/>
                  </a:lnTo>
                  <a:lnTo>
                    <a:pt x="2336" y="129946"/>
                  </a:lnTo>
                  <a:lnTo>
                    <a:pt x="5791" y="135026"/>
                  </a:lnTo>
                  <a:lnTo>
                    <a:pt x="8661" y="137007"/>
                  </a:lnTo>
                  <a:lnTo>
                    <a:pt x="10147" y="137502"/>
                  </a:lnTo>
                  <a:lnTo>
                    <a:pt x="1333360" y="137502"/>
                  </a:lnTo>
                  <a:lnTo>
                    <a:pt x="1334858" y="137007"/>
                  </a:lnTo>
                  <a:lnTo>
                    <a:pt x="1337729" y="135026"/>
                  </a:lnTo>
                  <a:lnTo>
                    <a:pt x="1341183" y="129946"/>
                  </a:lnTo>
                  <a:lnTo>
                    <a:pt x="1343215" y="123050"/>
                  </a:lnTo>
                  <a:lnTo>
                    <a:pt x="1343507" y="16929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4519199" y="2795948"/>
              <a:ext cx="52705" cy="43815"/>
            </a:xfrm>
            <a:custGeom>
              <a:rect b="b" l="l" r="r" t="t"/>
              <a:pathLst>
                <a:path extrusionOk="0" h="43814" w="52704">
                  <a:moveTo>
                    <a:pt x="52266" y="21745"/>
                  </a:moveTo>
                  <a:lnTo>
                    <a:pt x="52266" y="24628"/>
                  </a:lnTo>
                  <a:lnTo>
                    <a:pt x="51603" y="27402"/>
                  </a:lnTo>
                  <a:lnTo>
                    <a:pt x="50277" y="30066"/>
                  </a:lnTo>
                  <a:lnTo>
                    <a:pt x="48951" y="32730"/>
                  </a:lnTo>
                  <a:lnTo>
                    <a:pt x="47063" y="35082"/>
                  </a:lnTo>
                  <a:lnTo>
                    <a:pt x="44612" y="37121"/>
                  </a:lnTo>
                  <a:lnTo>
                    <a:pt x="42162" y="39160"/>
                  </a:lnTo>
                  <a:lnTo>
                    <a:pt x="26133" y="43490"/>
                  </a:lnTo>
                  <a:lnTo>
                    <a:pt x="22667" y="43490"/>
                  </a:lnTo>
                  <a:lnTo>
                    <a:pt x="7654" y="37121"/>
                  </a:lnTo>
                  <a:lnTo>
                    <a:pt x="5203" y="35082"/>
                  </a:lnTo>
                  <a:lnTo>
                    <a:pt x="3315" y="32730"/>
                  </a:lnTo>
                  <a:lnTo>
                    <a:pt x="1989" y="30066"/>
                  </a:lnTo>
                  <a:lnTo>
                    <a:pt x="663" y="27402"/>
                  </a:lnTo>
                  <a:lnTo>
                    <a:pt x="0" y="24628"/>
                  </a:lnTo>
                  <a:lnTo>
                    <a:pt x="0" y="21745"/>
                  </a:lnTo>
                  <a:lnTo>
                    <a:pt x="0" y="18861"/>
                  </a:lnTo>
                  <a:lnTo>
                    <a:pt x="7654" y="6368"/>
                  </a:lnTo>
                  <a:lnTo>
                    <a:pt x="10104" y="4329"/>
                  </a:lnTo>
                  <a:lnTo>
                    <a:pt x="12930" y="2758"/>
                  </a:lnTo>
                  <a:lnTo>
                    <a:pt x="16132" y="1655"/>
                  </a:lnTo>
                  <a:lnTo>
                    <a:pt x="19334" y="551"/>
                  </a:lnTo>
                  <a:lnTo>
                    <a:pt x="22667" y="0"/>
                  </a:lnTo>
                  <a:lnTo>
                    <a:pt x="26133" y="0"/>
                  </a:lnTo>
                  <a:lnTo>
                    <a:pt x="29598" y="0"/>
                  </a:lnTo>
                  <a:lnTo>
                    <a:pt x="44612" y="6368"/>
                  </a:lnTo>
                  <a:lnTo>
                    <a:pt x="47063" y="8407"/>
                  </a:lnTo>
                  <a:lnTo>
                    <a:pt x="48951" y="10759"/>
                  </a:lnTo>
                  <a:lnTo>
                    <a:pt x="50277" y="13423"/>
                  </a:lnTo>
                  <a:lnTo>
                    <a:pt x="51603" y="16087"/>
                  </a:lnTo>
                  <a:lnTo>
                    <a:pt x="52266" y="18861"/>
                  </a:lnTo>
                  <a:lnTo>
                    <a:pt x="52266" y="21745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2"/>
            <p:cNvSpPr/>
            <p:nvPr/>
          </p:nvSpPr>
          <p:spPr>
            <a:xfrm>
              <a:off x="4524754" y="2804273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41776" y="27104"/>
                  </a:moveTo>
                  <a:lnTo>
                    <a:pt x="0" y="0"/>
                  </a:lnTo>
                  <a:lnTo>
                    <a:pt x="41776" y="2710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2"/>
            <p:cNvSpPr/>
            <p:nvPr/>
          </p:nvSpPr>
          <p:spPr>
            <a:xfrm>
              <a:off x="4524754" y="2804273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0" y="0"/>
                  </a:moveTo>
                  <a:lnTo>
                    <a:pt x="41776" y="27104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2"/>
            <p:cNvSpPr/>
            <p:nvPr/>
          </p:nvSpPr>
          <p:spPr>
            <a:xfrm>
              <a:off x="4524018" y="2804120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0" y="26798"/>
                  </a:moveTo>
                  <a:lnTo>
                    <a:pt x="41960" y="0"/>
                  </a:lnTo>
                  <a:lnTo>
                    <a:pt x="0" y="26798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2"/>
            <p:cNvSpPr/>
            <p:nvPr/>
          </p:nvSpPr>
          <p:spPr>
            <a:xfrm>
              <a:off x="4524018" y="2804120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41960" y="0"/>
                  </a:moveTo>
                  <a:lnTo>
                    <a:pt x="0" y="26798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2"/>
            <p:cNvSpPr/>
            <p:nvPr/>
          </p:nvSpPr>
          <p:spPr>
            <a:xfrm>
              <a:off x="3247606" y="2923679"/>
              <a:ext cx="1343660" cy="137795"/>
            </a:xfrm>
            <a:custGeom>
              <a:rect b="b" l="l" r="r" t="t"/>
              <a:pathLst>
                <a:path extrusionOk="0" h="137794" w="1343660">
                  <a:moveTo>
                    <a:pt x="1343507" y="16929"/>
                  </a:moveTo>
                  <a:lnTo>
                    <a:pt x="1341183" y="7556"/>
                  </a:lnTo>
                  <a:lnTo>
                    <a:pt x="1337729" y="2476"/>
                  </a:lnTo>
                  <a:lnTo>
                    <a:pt x="1334858" y="495"/>
                  </a:lnTo>
                  <a:lnTo>
                    <a:pt x="1333360" y="0"/>
                  </a:lnTo>
                  <a:lnTo>
                    <a:pt x="11696" y="0"/>
                  </a:lnTo>
                  <a:lnTo>
                    <a:pt x="10147" y="0"/>
                  </a:lnTo>
                  <a:lnTo>
                    <a:pt x="0" y="120561"/>
                  </a:lnTo>
                  <a:lnTo>
                    <a:pt x="2336" y="129946"/>
                  </a:lnTo>
                  <a:lnTo>
                    <a:pt x="5791" y="135026"/>
                  </a:lnTo>
                  <a:lnTo>
                    <a:pt x="8661" y="137007"/>
                  </a:lnTo>
                  <a:lnTo>
                    <a:pt x="10147" y="137502"/>
                  </a:lnTo>
                  <a:lnTo>
                    <a:pt x="1333360" y="137502"/>
                  </a:lnTo>
                  <a:lnTo>
                    <a:pt x="1334858" y="137007"/>
                  </a:lnTo>
                  <a:lnTo>
                    <a:pt x="1337729" y="135026"/>
                  </a:lnTo>
                  <a:lnTo>
                    <a:pt x="1341183" y="129946"/>
                  </a:lnTo>
                  <a:lnTo>
                    <a:pt x="1343215" y="123050"/>
                  </a:lnTo>
                  <a:lnTo>
                    <a:pt x="1343507" y="16929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2"/>
            <p:cNvSpPr/>
            <p:nvPr/>
          </p:nvSpPr>
          <p:spPr>
            <a:xfrm>
              <a:off x="4519199" y="2969494"/>
              <a:ext cx="52705" cy="43815"/>
            </a:xfrm>
            <a:custGeom>
              <a:rect b="b" l="l" r="r" t="t"/>
              <a:pathLst>
                <a:path extrusionOk="0" h="43814" w="52704">
                  <a:moveTo>
                    <a:pt x="52266" y="21745"/>
                  </a:moveTo>
                  <a:lnTo>
                    <a:pt x="52266" y="24628"/>
                  </a:lnTo>
                  <a:lnTo>
                    <a:pt x="51603" y="27402"/>
                  </a:lnTo>
                  <a:lnTo>
                    <a:pt x="50277" y="30066"/>
                  </a:lnTo>
                  <a:lnTo>
                    <a:pt x="48951" y="32730"/>
                  </a:lnTo>
                  <a:lnTo>
                    <a:pt x="47063" y="35082"/>
                  </a:lnTo>
                  <a:lnTo>
                    <a:pt x="44612" y="37121"/>
                  </a:lnTo>
                  <a:lnTo>
                    <a:pt x="42162" y="39160"/>
                  </a:lnTo>
                  <a:lnTo>
                    <a:pt x="26133" y="43490"/>
                  </a:lnTo>
                  <a:lnTo>
                    <a:pt x="22667" y="43490"/>
                  </a:lnTo>
                  <a:lnTo>
                    <a:pt x="7654" y="37121"/>
                  </a:lnTo>
                  <a:lnTo>
                    <a:pt x="5203" y="35082"/>
                  </a:lnTo>
                  <a:lnTo>
                    <a:pt x="3315" y="32730"/>
                  </a:lnTo>
                  <a:lnTo>
                    <a:pt x="1989" y="30066"/>
                  </a:lnTo>
                  <a:lnTo>
                    <a:pt x="663" y="27402"/>
                  </a:lnTo>
                  <a:lnTo>
                    <a:pt x="0" y="24628"/>
                  </a:lnTo>
                  <a:lnTo>
                    <a:pt x="0" y="21745"/>
                  </a:lnTo>
                  <a:lnTo>
                    <a:pt x="0" y="18861"/>
                  </a:lnTo>
                  <a:lnTo>
                    <a:pt x="7654" y="6368"/>
                  </a:lnTo>
                  <a:lnTo>
                    <a:pt x="10104" y="4329"/>
                  </a:lnTo>
                  <a:lnTo>
                    <a:pt x="12930" y="2758"/>
                  </a:lnTo>
                  <a:lnTo>
                    <a:pt x="16132" y="1655"/>
                  </a:lnTo>
                  <a:lnTo>
                    <a:pt x="19334" y="551"/>
                  </a:lnTo>
                  <a:lnTo>
                    <a:pt x="22667" y="0"/>
                  </a:lnTo>
                  <a:lnTo>
                    <a:pt x="26133" y="0"/>
                  </a:lnTo>
                  <a:lnTo>
                    <a:pt x="29598" y="0"/>
                  </a:lnTo>
                  <a:lnTo>
                    <a:pt x="44612" y="6368"/>
                  </a:lnTo>
                  <a:lnTo>
                    <a:pt x="47063" y="8407"/>
                  </a:lnTo>
                  <a:lnTo>
                    <a:pt x="48951" y="10759"/>
                  </a:lnTo>
                  <a:lnTo>
                    <a:pt x="50277" y="13423"/>
                  </a:lnTo>
                  <a:lnTo>
                    <a:pt x="51603" y="16087"/>
                  </a:lnTo>
                  <a:lnTo>
                    <a:pt x="52266" y="18861"/>
                  </a:lnTo>
                  <a:lnTo>
                    <a:pt x="52266" y="21745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2"/>
            <p:cNvSpPr/>
            <p:nvPr/>
          </p:nvSpPr>
          <p:spPr>
            <a:xfrm>
              <a:off x="4524754" y="2977819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41776" y="27104"/>
                  </a:moveTo>
                  <a:lnTo>
                    <a:pt x="0" y="0"/>
                  </a:lnTo>
                  <a:lnTo>
                    <a:pt x="41776" y="2710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2"/>
            <p:cNvSpPr/>
            <p:nvPr/>
          </p:nvSpPr>
          <p:spPr>
            <a:xfrm>
              <a:off x="4524754" y="2977819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0" y="0"/>
                  </a:moveTo>
                  <a:lnTo>
                    <a:pt x="41776" y="27104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2"/>
            <p:cNvSpPr/>
            <p:nvPr/>
          </p:nvSpPr>
          <p:spPr>
            <a:xfrm>
              <a:off x="4524018" y="2977666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0" y="26798"/>
                  </a:moveTo>
                  <a:lnTo>
                    <a:pt x="41960" y="0"/>
                  </a:lnTo>
                  <a:lnTo>
                    <a:pt x="0" y="26798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4524018" y="2977666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41960" y="0"/>
                  </a:moveTo>
                  <a:lnTo>
                    <a:pt x="0" y="26798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2"/>
            <p:cNvSpPr/>
            <p:nvPr/>
          </p:nvSpPr>
          <p:spPr>
            <a:xfrm>
              <a:off x="3247606" y="3097224"/>
              <a:ext cx="1343660" cy="137795"/>
            </a:xfrm>
            <a:custGeom>
              <a:rect b="b" l="l" r="r" t="t"/>
              <a:pathLst>
                <a:path extrusionOk="0" h="137794" w="1343660">
                  <a:moveTo>
                    <a:pt x="1343507" y="16929"/>
                  </a:moveTo>
                  <a:lnTo>
                    <a:pt x="1341183" y="7556"/>
                  </a:lnTo>
                  <a:lnTo>
                    <a:pt x="1337729" y="2476"/>
                  </a:lnTo>
                  <a:lnTo>
                    <a:pt x="1334858" y="495"/>
                  </a:lnTo>
                  <a:lnTo>
                    <a:pt x="1333360" y="0"/>
                  </a:lnTo>
                  <a:lnTo>
                    <a:pt x="11696" y="0"/>
                  </a:lnTo>
                  <a:lnTo>
                    <a:pt x="10147" y="0"/>
                  </a:lnTo>
                  <a:lnTo>
                    <a:pt x="0" y="120561"/>
                  </a:lnTo>
                  <a:lnTo>
                    <a:pt x="2336" y="129946"/>
                  </a:lnTo>
                  <a:lnTo>
                    <a:pt x="5791" y="135026"/>
                  </a:lnTo>
                  <a:lnTo>
                    <a:pt x="8661" y="137007"/>
                  </a:lnTo>
                  <a:lnTo>
                    <a:pt x="10147" y="137502"/>
                  </a:lnTo>
                  <a:lnTo>
                    <a:pt x="1333360" y="137502"/>
                  </a:lnTo>
                  <a:lnTo>
                    <a:pt x="1334858" y="137007"/>
                  </a:lnTo>
                  <a:lnTo>
                    <a:pt x="1337729" y="135026"/>
                  </a:lnTo>
                  <a:lnTo>
                    <a:pt x="1341183" y="129946"/>
                  </a:lnTo>
                  <a:lnTo>
                    <a:pt x="1343215" y="123050"/>
                  </a:lnTo>
                  <a:lnTo>
                    <a:pt x="1343507" y="16929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2"/>
            <p:cNvSpPr/>
            <p:nvPr/>
          </p:nvSpPr>
          <p:spPr>
            <a:xfrm>
              <a:off x="4519199" y="3143040"/>
              <a:ext cx="52705" cy="43815"/>
            </a:xfrm>
            <a:custGeom>
              <a:rect b="b" l="l" r="r" t="t"/>
              <a:pathLst>
                <a:path extrusionOk="0" h="43814" w="52704">
                  <a:moveTo>
                    <a:pt x="52266" y="21745"/>
                  </a:moveTo>
                  <a:lnTo>
                    <a:pt x="52266" y="24628"/>
                  </a:lnTo>
                  <a:lnTo>
                    <a:pt x="51603" y="27402"/>
                  </a:lnTo>
                  <a:lnTo>
                    <a:pt x="50277" y="30066"/>
                  </a:lnTo>
                  <a:lnTo>
                    <a:pt x="48951" y="32730"/>
                  </a:lnTo>
                  <a:lnTo>
                    <a:pt x="47063" y="35082"/>
                  </a:lnTo>
                  <a:lnTo>
                    <a:pt x="44612" y="37121"/>
                  </a:lnTo>
                  <a:lnTo>
                    <a:pt x="42162" y="39160"/>
                  </a:lnTo>
                  <a:lnTo>
                    <a:pt x="26133" y="43490"/>
                  </a:lnTo>
                  <a:lnTo>
                    <a:pt x="22667" y="43490"/>
                  </a:lnTo>
                  <a:lnTo>
                    <a:pt x="7654" y="37121"/>
                  </a:lnTo>
                  <a:lnTo>
                    <a:pt x="5203" y="35082"/>
                  </a:lnTo>
                  <a:lnTo>
                    <a:pt x="3315" y="32730"/>
                  </a:lnTo>
                  <a:lnTo>
                    <a:pt x="1989" y="30066"/>
                  </a:lnTo>
                  <a:lnTo>
                    <a:pt x="663" y="27402"/>
                  </a:lnTo>
                  <a:lnTo>
                    <a:pt x="0" y="24628"/>
                  </a:lnTo>
                  <a:lnTo>
                    <a:pt x="0" y="21745"/>
                  </a:lnTo>
                  <a:lnTo>
                    <a:pt x="0" y="18861"/>
                  </a:lnTo>
                  <a:lnTo>
                    <a:pt x="7654" y="6368"/>
                  </a:lnTo>
                  <a:lnTo>
                    <a:pt x="10104" y="4329"/>
                  </a:lnTo>
                  <a:lnTo>
                    <a:pt x="12930" y="2758"/>
                  </a:lnTo>
                  <a:lnTo>
                    <a:pt x="16132" y="1655"/>
                  </a:lnTo>
                  <a:lnTo>
                    <a:pt x="19334" y="551"/>
                  </a:lnTo>
                  <a:lnTo>
                    <a:pt x="22667" y="0"/>
                  </a:lnTo>
                  <a:lnTo>
                    <a:pt x="26133" y="0"/>
                  </a:lnTo>
                  <a:lnTo>
                    <a:pt x="29598" y="0"/>
                  </a:lnTo>
                  <a:lnTo>
                    <a:pt x="44612" y="6368"/>
                  </a:lnTo>
                  <a:lnTo>
                    <a:pt x="47063" y="8407"/>
                  </a:lnTo>
                  <a:lnTo>
                    <a:pt x="48951" y="10759"/>
                  </a:lnTo>
                  <a:lnTo>
                    <a:pt x="50277" y="13423"/>
                  </a:lnTo>
                  <a:lnTo>
                    <a:pt x="51603" y="16087"/>
                  </a:lnTo>
                  <a:lnTo>
                    <a:pt x="52266" y="18861"/>
                  </a:lnTo>
                  <a:lnTo>
                    <a:pt x="52266" y="21745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2"/>
            <p:cNvSpPr/>
            <p:nvPr/>
          </p:nvSpPr>
          <p:spPr>
            <a:xfrm>
              <a:off x="4524754" y="3151365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41776" y="27104"/>
                  </a:moveTo>
                  <a:lnTo>
                    <a:pt x="0" y="0"/>
                  </a:lnTo>
                  <a:lnTo>
                    <a:pt x="41776" y="2710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2"/>
            <p:cNvSpPr/>
            <p:nvPr/>
          </p:nvSpPr>
          <p:spPr>
            <a:xfrm>
              <a:off x="4524754" y="3151365"/>
              <a:ext cx="41910" cy="27305"/>
            </a:xfrm>
            <a:custGeom>
              <a:rect b="b" l="l" r="r" t="t"/>
              <a:pathLst>
                <a:path extrusionOk="0" h="27305" w="41910">
                  <a:moveTo>
                    <a:pt x="0" y="0"/>
                  </a:moveTo>
                  <a:lnTo>
                    <a:pt x="41776" y="27104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2"/>
            <p:cNvSpPr/>
            <p:nvPr/>
          </p:nvSpPr>
          <p:spPr>
            <a:xfrm>
              <a:off x="4524018" y="3151212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0" y="26798"/>
                  </a:moveTo>
                  <a:lnTo>
                    <a:pt x="41960" y="0"/>
                  </a:lnTo>
                  <a:lnTo>
                    <a:pt x="0" y="26798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2"/>
            <p:cNvSpPr/>
            <p:nvPr/>
          </p:nvSpPr>
          <p:spPr>
            <a:xfrm>
              <a:off x="4524018" y="3151212"/>
              <a:ext cx="42545" cy="27305"/>
            </a:xfrm>
            <a:custGeom>
              <a:rect b="b" l="l" r="r" t="t"/>
              <a:pathLst>
                <a:path extrusionOk="0" h="27305" w="42545">
                  <a:moveTo>
                    <a:pt x="41960" y="0"/>
                  </a:moveTo>
                  <a:lnTo>
                    <a:pt x="0" y="26798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3247606" y="3270770"/>
              <a:ext cx="1343660" cy="137795"/>
            </a:xfrm>
            <a:custGeom>
              <a:rect b="b" l="l" r="r" t="t"/>
              <a:pathLst>
                <a:path extrusionOk="0" h="137795" w="1343660">
                  <a:moveTo>
                    <a:pt x="1343507" y="16941"/>
                  </a:moveTo>
                  <a:lnTo>
                    <a:pt x="1341183" y="7556"/>
                  </a:lnTo>
                  <a:lnTo>
                    <a:pt x="1337729" y="2476"/>
                  </a:lnTo>
                  <a:lnTo>
                    <a:pt x="1334858" y="495"/>
                  </a:lnTo>
                  <a:lnTo>
                    <a:pt x="1333360" y="0"/>
                  </a:lnTo>
                  <a:lnTo>
                    <a:pt x="11696" y="0"/>
                  </a:lnTo>
                  <a:lnTo>
                    <a:pt x="10147" y="0"/>
                  </a:lnTo>
                  <a:lnTo>
                    <a:pt x="0" y="120561"/>
                  </a:lnTo>
                  <a:lnTo>
                    <a:pt x="2336" y="129946"/>
                  </a:lnTo>
                  <a:lnTo>
                    <a:pt x="5791" y="135026"/>
                  </a:lnTo>
                  <a:lnTo>
                    <a:pt x="8661" y="137007"/>
                  </a:lnTo>
                  <a:lnTo>
                    <a:pt x="10147" y="137502"/>
                  </a:lnTo>
                  <a:lnTo>
                    <a:pt x="1333360" y="137502"/>
                  </a:lnTo>
                  <a:lnTo>
                    <a:pt x="1334858" y="137007"/>
                  </a:lnTo>
                  <a:lnTo>
                    <a:pt x="1337729" y="135026"/>
                  </a:lnTo>
                  <a:lnTo>
                    <a:pt x="1341183" y="129946"/>
                  </a:lnTo>
                  <a:lnTo>
                    <a:pt x="1343215" y="123063"/>
                  </a:lnTo>
                  <a:lnTo>
                    <a:pt x="1343507" y="1694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4519199" y="3316586"/>
              <a:ext cx="52705" cy="43815"/>
            </a:xfrm>
            <a:custGeom>
              <a:rect b="b" l="l" r="r" t="t"/>
              <a:pathLst>
                <a:path extrusionOk="0" h="43814" w="52704">
                  <a:moveTo>
                    <a:pt x="52266" y="21745"/>
                  </a:moveTo>
                  <a:lnTo>
                    <a:pt x="52266" y="24628"/>
                  </a:lnTo>
                  <a:lnTo>
                    <a:pt x="51603" y="27402"/>
                  </a:lnTo>
                  <a:lnTo>
                    <a:pt x="50277" y="30066"/>
                  </a:lnTo>
                  <a:lnTo>
                    <a:pt x="48951" y="32730"/>
                  </a:lnTo>
                  <a:lnTo>
                    <a:pt x="47063" y="35082"/>
                  </a:lnTo>
                  <a:lnTo>
                    <a:pt x="44612" y="37121"/>
                  </a:lnTo>
                  <a:lnTo>
                    <a:pt x="42162" y="39160"/>
                  </a:lnTo>
                  <a:lnTo>
                    <a:pt x="26133" y="43490"/>
                  </a:lnTo>
                  <a:lnTo>
                    <a:pt x="22667" y="43490"/>
                  </a:lnTo>
                  <a:lnTo>
                    <a:pt x="7654" y="37121"/>
                  </a:lnTo>
                  <a:lnTo>
                    <a:pt x="5203" y="35082"/>
                  </a:lnTo>
                  <a:lnTo>
                    <a:pt x="3315" y="32730"/>
                  </a:lnTo>
                  <a:lnTo>
                    <a:pt x="1989" y="30066"/>
                  </a:lnTo>
                  <a:lnTo>
                    <a:pt x="663" y="27402"/>
                  </a:lnTo>
                  <a:lnTo>
                    <a:pt x="0" y="24628"/>
                  </a:lnTo>
                  <a:lnTo>
                    <a:pt x="0" y="21745"/>
                  </a:lnTo>
                  <a:lnTo>
                    <a:pt x="0" y="18861"/>
                  </a:lnTo>
                  <a:lnTo>
                    <a:pt x="7654" y="6368"/>
                  </a:lnTo>
                  <a:lnTo>
                    <a:pt x="10104" y="4329"/>
                  </a:lnTo>
                  <a:lnTo>
                    <a:pt x="12930" y="2758"/>
                  </a:lnTo>
                  <a:lnTo>
                    <a:pt x="16132" y="1655"/>
                  </a:lnTo>
                  <a:lnTo>
                    <a:pt x="19334" y="551"/>
                  </a:lnTo>
                  <a:lnTo>
                    <a:pt x="22667" y="0"/>
                  </a:lnTo>
                  <a:lnTo>
                    <a:pt x="26133" y="0"/>
                  </a:lnTo>
                  <a:lnTo>
                    <a:pt x="29598" y="0"/>
                  </a:lnTo>
                  <a:lnTo>
                    <a:pt x="44612" y="6368"/>
                  </a:lnTo>
                  <a:lnTo>
                    <a:pt x="47063" y="8407"/>
                  </a:lnTo>
                  <a:lnTo>
                    <a:pt x="48951" y="10759"/>
                  </a:lnTo>
                  <a:lnTo>
                    <a:pt x="50277" y="13423"/>
                  </a:lnTo>
                  <a:lnTo>
                    <a:pt x="51603" y="16087"/>
                  </a:lnTo>
                  <a:lnTo>
                    <a:pt x="52266" y="18861"/>
                  </a:lnTo>
                  <a:lnTo>
                    <a:pt x="52266" y="21745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4524754" y="3324911"/>
              <a:ext cx="41910" cy="27305"/>
            </a:xfrm>
            <a:custGeom>
              <a:rect b="b" l="l" r="r" t="t"/>
              <a:pathLst>
                <a:path extrusionOk="0" h="27304" w="41910">
                  <a:moveTo>
                    <a:pt x="41776" y="27104"/>
                  </a:moveTo>
                  <a:lnTo>
                    <a:pt x="0" y="0"/>
                  </a:lnTo>
                  <a:lnTo>
                    <a:pt x="41776" y="27104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2"/>
            <p:cNvSpPr/>
            <p:nvPr/>
          </p:nvSpPr>
          <p:spPr>
            <a:xfrm>
              <a:off x="4524754" y="3324911"/>
              <a:ext cx="41910" cy="27305"/>
            </a:xfrm>
            <a:custGeom>
              <a:rect b="b" l="l" r="r" t="t"/>
              <a:pathLst>
                <a:path extrusionOk="0" h="27304" w="41910">
                  <a:moveTo>
                    <a:pt x="0" y="0"/>
                  </a:moveTo>
                  <a:lnTo>
                    <a:pt x="41776" y="27104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2"/>
            <p:cNvSpPr/>
            <p:nvPr/>
          </p:nvSpPr>
          <p:spPr>
            <a:xfrm>
              <a:off x="4524018" y="3324758"/>
              <a:ext cx="42545" cy="27305"/>
            </a:xfrm>
            <a:custGeom>
              <a:rect b="b" l="l" r="r" t="t"/>
              <a:pathLst>
                <a:path extrusionOk="0" h="27304" w="42545">
                  <a:moveTo>
                    <a:pt x="0" y="26798"/>
                  </a:moveTo>
                  <a:lnTo>
                    <a:pt x="41960" y="0"/>
                  </a:lnTo>
                  <a:lnTo>
                    <a:pt x="0" y="26798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4524018" y="3324758"/>
              <a:ext cx="42545" cy="27305"/>
            </a:xfrm>
            <a:custGeom>
              <a:rect b="b" l="l" r="r" t="t"/>
              <a:pathLst>
                <a:path extrusionOk="0" h="27304" w="42545">
                  <a:moveTo>
                    <a:pt x="41960" y="0"/>
                  </a:moveTo>
                  <a:lnTo>
                    <a:pt x="0" y="26798"/>
                  </a:lnTo>
                </a:path>
              </a:pathLst>
            </a:custGeom>
            <a:noFill/>
            <a:ln cap="flat" cmpd="sng" w="9525">
              <a:solidFill>
                <a:srgbClr val="1B1B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2"/>
            <p:cNvSpPr/>
            <p:nvPr/>
          </p:nvSpPr>
          <p:spPr>
            <a:xfrm>
              <a:off x="3432320" y="3564818"/>
              <a:ext cx="975360" cy="146685"/>
            </a:xfrm>
            <a:custGeom>
              <a:rect b="b" l="l" r="r" t="t"/>
              <a:pathLst>
                <a:path extrusionOk="0" h="146685" w="975360">
                  <a:moveTo>
                    <a:pt x="967753" y="146123"/>
                  </a:moveTo>
                  <a:lnTo>
                    <a:pt x="7365" y="146123"/>
                  </a:lnTo>
                  <a:lnTo>
                    <a:pt x="6282" y="145597"/>
                  </a:lnTo>
                  <a:lnTo>
                    <a:pt x="4201" y="143491"/>
                  </a:lnTo>
                  <a:lnTo>
                    <a:pt x="1690" y="138102"/>
                  </a:lnTo>
                  <a:lnTo>
                    <a:pt x="0" y="128128"/>
                  </a:lnTo>
                  <a:lnTo>
                    <a:pt x="215" y="15348"/>
                  </a:lnTo>
                  <a:lnTo>
                    <a:pt x="1690" y="8021"/>
                  </a:lnTo>
                  <a:lnTo>
                    <a:pt x="4201" y="2631"/>
                  </a:lnTo>
                  <a:lnTo>
                    <a:pt x="6282" y="526"/>
                  </a:lnTo>
                  <a:lnTo>
                    <a:pt x="7365" y="0"/>
                  </a:lnTo>
                  <a:lnTo>
                    <a:pt x="8492" y="0"/>
                  </a:lnTo>
                  <a:lnTo>
                    <a:pt x="967753" y="0"/>
                  </a:lnTo>
                  <a:lnTo>
                    <a:pt x="968836" y="526"/>
                  </a:lnTo>
                  <a:lnTo>
                    <a:pt x="970917" y="2632"/>
                  </a:lnTo>
                  <a:lnTo>
                    <a:pt x="973428" y="8021"/>
                  </a:lnTo>
                  <a:lnTo>
                    <a:pt x="975119" y="17995"/>
                  </a:lnTo>
                  <a:lnTo>
                    <a:pt x="974903" y="130775"/>
                  </a:lnTo>
                  <a:lnTo>
                    <a:pt x="973428" y="138102"/>
                  </a:lnTo>
                  <a:lnTo>
                    <a:pt x="970917" y="143491"/>
                  </a:lnTo>
                  <a:lnTo>
                    <a:pt x="968836" y="145597"/>
                  </a:lnTo>
                  <a:lnTo>
                    <a:pt x="967753" y="146123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2" name="Google Shape;622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91184" y="3600463"/>
              <a:ext cx="84501" cy="72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3" name="Google Shape;623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90855" y="2788087"/>
              <a:ext cx="84501" cy="72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90855" y="2980069"/>
              <a:ext cx="84501" cy="72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90855" y="3169895"/>
              <a:ext cx="84501" cy="72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90855" y="3362597"/>
              <a:ext cx="84501" cy="72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" name="Google Shape;627;p42"/>
            <p:cNvSpPr/>
            <p:nvPr/>
          </p:nvSpPr>
          <p:spPr>
            <a:xfrm>
              <a:off x="5979589" y="2695357"/>
              <a:ext cx="1125855" cy="1052830"/>
            </a:xfrm>
            <a:custGeom>
              <a:rect b="b" l="l" r="r" t="t"/>
              <a:pathLst>
                <a:path extrusionOk="0" h="1052829" w="1125854">
                  <a:moveTo>
                    <a:pt x="1125674" y="1052669"/>
                  </a:moveTo>
                  <a:lnTo>
                    <a:pt x="0" y="1052669"/>
                  </a:lnTo>
                  <a:lnTo>
                    <a:pt x="0" y="0"/>
                  </a:lnTo>
                  <a:lnTo>
                    <a:pt x="1125674" y="0"/>
                  </a:lnTo>
                  <a:lnTo>
                    <a:pt x="1125674" y="1052669"/>
                  </a:lnTo>
                  <a:close/>
                </a:path>
              </a:pathLst>
            </a:custGeom>
            <a:solidFill>
              <a:srgbClr val="5BBE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32" name="Google Shape;632;p43"/>
          <p:cNvSpPr txBox="1"/>
          <p:nvPr>
            <p:ph type="title"/>
          </p:nvPr>
        </p:nvSpPr>
        <p:spPr>
          <a:xfrm>
            <a:off x="2122896" y="35818"/>
            <a:ext cx="4887045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GRID</a:t>
            </a:r>
            <a:endParaRPr/>
          </a:p>
        </p:txBody>
      </p:sp>
      <p:grpSp>
        <p:nvGrpSpPr>
          <p:cNvPr id="633" name="Google Shape;633;p43"/>
          <p:cNvGrpSpPr/>
          <p:nvPr/>
        </p:nvGrpSpPr>
        <p:grpSpPr>
          <a:xfrm>
            <a:off x="2921371" y="760902"/>
            <a:ext cx="2958069" cy="4191776"/>
            <a:chOff x="2332596" y="146294"/>
            <a:chExt cx="2882265" cy="5120039"/>
          </a:xfrm>
        </p:grpSpPr>
        <p:pic>
          <p:nvPicPr>
            <p:cNvPr id="634" name="Google Shape;634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3302" y="146294"/>
              <a:ext cx="2877825" cy="5115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3"/>
            <p:cNvSpPr/>
            <p:nvPr/>
          </p:nvSpPr>
          <p:spPr>
            <a:xfrm>
              <a:off x="2418130" y="252373"/>
              <a:ext cx="2705100" cy="5013960"/>
            </a:xfrm>
            <a:custGeom>
              <a:rect b="b" l="l" r="r" t="t"/>
              <a:pathLst>
                <a:path extrusionOk="0" h="5013960" w="2705100">
                  <a:moveTo>
                    <a:pt x="598932" y="0"/>
                  </a:moveTo>
                  <a:lnTo>
                    <a:pt x="0" y="0"/>
                  </a:lnTo>
                  <a:lnTo>
                    <a:pt x="0" y="5008308"/>
                  </a:lnTo>
                  <a:lnTo>
                    <a:pt x="598932" y="5008308"/>
                  </a:lnTo>
                  <a:lnTo>
                    <a:pt x="598932" y="0"/>
                  </a:lnTo>
                  <a:close/>
                </a:path>
                <a:path extrusionOk="0" h="5013960" w="2705100">
                  <a:moveTo>
                    <a:pt x="1288567" y="0"/>
                  </a:moveTo>
                  <a:lnTo>
                    <a:pt x="689635" y="0"/>
                  </a:lnTo>
                  <a:lnTo>
                    <a:pt x="689635" y="5009629"/>
                  </a:lnTo>
                  <a:lnTo>
                    <a:pt x="1288567" y="5009629"/>
                  </a:lnTo>
                  <a:lnTo>
                    <a:pt x="1288567" y="0"/>
                  </a:lnTo>
                  <a:close/>
                </a:path>
                <a:path extrusionOk="0" h="5013960" w="2705100">
                  <a:moveTo>
                    <a:pt x="2009800" y="905421"/>
                  </a:moveTo>
                  <a:lnTo>
                    <a:pt x="1410868" y="905421"/>
                  </a:lnTo>
                  <a:lnTo>
                    <a:pt x="1410868" y="5013604"/>
                  </a:lnTo>
                  <a:lnTo>
                    <a:pt x="2009800" y="5013604"/>
                  </a:lnTo>
                  <a:lnTo>
                    <a:pt x="2009800" y="905421"/>
                  </a:lnTo>
                  <a:close/>
                </a:path>
                <a:path extrusionOk="0" h="5013960" w="2705100">
                  <a:moveTo>
                    <a:pt x="2009800" y="0"/>
                  </a:moveTo>
                  <a:lnTo>
                    <a:pt x="1410868" y="0"/>
                  </a:lnTo>
                  <a:lnTo>
                    <a:pt x="1410868" y="16510"/>
                  </a:lnTo>
                  <a:lnTo>
                    <a:pt x="2009800" y="16510"/>
                  </a:lnTo>
                  <a:lnTo>
                    <a:pt x="2009800" y="0"/>
                  </a:lnTo>
                  <a:close/>
                </a:path>
                <a:path extrusionOk="0" h="5013960" w="2705100">
                  <a:moveTo>
                    <a:pt x="2704706" y="0"/>
                  </a:moveTo>
                  <a:lnTo>
                    <a:pt x="2105774" y="0"/>
                  </a:lnTo>
                  <a:lnTo>
                    <a:pt x="2105774" y="5009629"/>
                  </a:lnTo>
                  <a:lnTo>
                    <a:pt x="2704706" y="5009629"/>
                  </a:lnTo>
                  <a:lnTo>
                    <a:pt x="2704706" y="0"/>
                  </a:lnTo>
                  <a:close/>
                </a:path>
              </a:pathLst>
            </a:custGeom>
            <a:solidFill>
              <a:srgbClr val="1B212B">
                <a:alpha val="3019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7"/>
            </a:p>
          </p:txBody>
        </p:sp>
        <p:sp>
          <p:nvSpPr>
            <p:cNvPr id="636" name="Google Shape;636;p43"/>
            <p:cNvSpPr/>
            <p:nvPr/>
          </p:nvSpPr>
          <p:spPr>
            <a:xfrm>
              <a:off x="2332596" y="258380"/>
              <a:ext cx="2882265" cy="5005070"/>
            </a:xfrm>
            <a:custGeom>
              <a:rect b="b" l="l" r="r" t="t"/>
              <a:pathLst>
                <a:path extrusionOk="0" h="5005070" w="2882265">
                  <a:moveTo>
                    <a:pt x="784186" y="541223"/>
                  </a:moveTo>
                  <a:lnTo>
                    <a:pt x="3327" y="541223"/>
                  </a:lnTo>
                  <a:lnTo>
                    <a:pt x="3327" y="878344"/>
                  </a:lnTo>
                  <a:lnTo>
                    <a:pt x="784186" y="878344"/>
                  </a:lnTo>
                  <a:lnTo>
                    <a:pt x="784186" y="541223"/>
                  </a:lnTo>
                  <a:close/>
                </a:path>
                <a:path extrusionOk="0" h="5005070" w="2882265">
                  <a:moveTo>
                    <a:pt x="2878404" y="4791519"/>
                  </a:moveTo>
                  <a:lnTo>
                    <a:pt x="0" y="4791519"/>
                  </a:lnTo>
                  <a:lnTo>
                    <a:pt x="0" y="4956835"/>
                  </a:lnTo>
                  <a:lnTo>
                    <a:pt x="22631" y="4995938"/>
                  </a:lnTo>
                  <a:lnTo>
                    <a:pt x="40449" y="5004930"/>
                  </a:lnTo>
                  <a:lnTo>
                    <a:pt x="2841206" y="5004930"/>
                  </a:lnTo>
                  <a:lnTo>
                    <a:pt x="2874226" y="4978641"/>
                  </a:lnTo>
                  <a:lnTo>
                    <a:pt x="2878404" y="4968570"/>
                  </a:lnTo>
                  <a:lnTo>
                    <a:pt x="2878404" y="4791519"/>
                  </a:lnTo>
                  <a:close/>
                </a:path>
                <a:path extrusionOk="0" h="5005070" w="2882265">
                  <a:moveTo>
                    <a:pt x="2878975" y="0"/>
                  </a:moveTo>
                  <a:lnTo>
                    <a:pt x="3378" y="0"/>
                  </a:lnTo>
                  <a:lnTo>
                    <a:pt x="3378" y="346265"/>
                  </a:lnTo>
                  <a:lnTo>
                    <a:pt x="2878975" y="346265"/>
                  </a:lnTo>
                  <a:lnTo>
                    <a:pt x="2878975" y="0"/>
                  </a:lnTo>
                  <a:close/>
                </a:path>
                <a:path extrusionOk="0" h="5005070" w="2882265">
                  <a:moveTo>
                    <a:pt x="2879636" y="3923754"/>
                  </a:moveTo>
                  <a:lnTo>
                    <a:pt x="0" y="3923754"/>
                  </a:lnTo>
                  <a:lnTo>
                    <a:pt x="0" y="4406976"/>
                  </a:lnTo>
                  <a:lnTo>
                    <a:pt x="2879636" y="4406976"/>
                  </a:lnTo>
                  <a:lnTo>
                    <a:pt x="2879636" y="3923754"/>
                  </a:lnTo>
                  <a:close/>
                </a:path>
                <a:path extrusionOk="0" h="5005070" w="2882265">
                  <a:moveTo>
                    <a:pt x="2880334" y="3454235"/>
                  </a:moveTo>
                  <a:lnTo>
                    <a:pt x="3327" y="3454235"/>
                  </a:lnTo>
                  <a:lnTo>
                    <a:pt x="3327" y="3791356"/>
                  </a:lnTo>
                  <a:lnTo>
                    <a:pt x="2880334" y="3791356"/>
                  </a:lnTo>
                  <a:lnTo>
                    <a:pt x="2880334" y="3454235"/>
                  </a:lnTo>
                  <a:close/>
                </a:path>
                <a:path extrusionOk="0" h="5005070" w="2882265">
                  <a:moveTo>
                    <a:pt x="2881655" y="541223"/>
                  </a:moveTo>
                  <a:lnTo>
                    <a:pt x="2095030" y="541223"/>
                  </a:lnTo>
                  <a:lnTo>
                    <a:pt x="2095030" y="878344"/>
                  </a:lnTo>
                  <a:lnTo>
                    <a:pt x="2881655" y="878344"/>
                  </a:lnTo>
                  <a:lnTo>
                    <a:pt x="2881655" y="541223"/>
                  </a:lnTo>
                  <a:close/>
                </a:path>
              </a:pathLst>
            </a:custGeom>
            <a:solidFill>
              <a:srgbClr val="9CA233">
                <a:alpha val="470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7"/>
            </a:p>
          </p:txBody>
        </p:sp>
        <p:sp>
          <p:nvSpPr>
            <p:cNvPr id="637" name="Google Shape;637;p43"/>
            <p:cNvSpPr/>
            <p:nvPr/>
          </p:nvSpPr>
          <p:spPr>
            <a:xfrm>
              <a:off x="3116783" y="268883"/>
              <a:ext cx="2021839" cy="4993005"/>
            </a:xfrm>
            <a:custGeom>
              <a:rect b="b" l="l" r="r" t="t"/>
              <a:pathLst>
                <a:path extrusionOk="0" h="4993005" w="2021839">
                  <a:moveTo>
                    <a:pt x="1116965" y="4781702"/>
                  </a:moveTo>
                  <a:lnTo>
                    <a:pt x="211493" y="4781702"/>
                  </a:lnTo>
                  <a:lnTo>
                    <a:pt x="211493" y="4992421"/>
                  </a:lnTo>
                  <a:lnTo>
                    <a:pt x="1116965" y="4992421"/>
                  </a:lnTo>
                  <a:lnTo>
                    <a:pt x="1116965" y="4781702"/>
                  </a:lnTo>
                  <a:close/>
                </a:path>
                <a:path extrusionOk="0" h="4993005" w="2021839">
                  <a:moveTo>
                    <a:pt x="1310843" y="0"/>
                  </a:moveTo>
                  <a:lnTo>
                    <a:pt x="0" y="0"/>
                  </a:lnTo>
                  <a:lnTo>
                    <a:pt x="0" y="888911"/>
                  </a:lnTo>
                  <a:lnTo>
                    <a:pt x="1310843" y="888911"/>
                  </a:lnTo>
                  <a:lnTo>
                    <a:pt x="1310843" y="0"/>
                  </a:lnTo>
                  <a:close/>
                </a:path>
                <a:path extrusionOk="0" h="4993005" w="2021839">
                  <a:moveTo>
                    <a:pt x="2021547" y="309473"/>
                  </a:moveTo>
                  <a:lnTo>
                    <a:pt x="1659140" y="309473"/>
                  </a:lnTo>
                  <a:lnTo>
                    <a:pt x="1659140" y="557047"/>
                  </a:lnTo>
                  <a:lnTo>
                    <a:pt x="2021547" y="557047"/>
                  </a:lnTo>
                  <a:lnTo>
                    <a:pt x="2021547" y="309473"/>
                  </a:lnTo>
                  <a:close/>
                </a:path>
              </a:pathLst>
            </a:custGeom>
            <a:solidFill>
              <a:srgbClr val="A2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7"/>
            </a:p>
          </p:txBody>
        </p:sp>
        <p:sp>
          <p:nvSpPr>
            <p:cNvPr id="638" name="Google Shape;638;p43"/>
            <p:cNvSpPr/>
            <p:nvPr/>
          </p:nvSpPr>
          <p:spPr>
            <a:xfrm>
              <a:off x="4602266" y="4718146"/>
              <a:ext cx="284479" cy="205739"/>
            </a:xfrm>
            <a:custGeom>
              <a:rect b="b" l="l" r="r" t="t"/>
              <a:pathLst>
                <a:path extrusionOk="0" h="205739" w="284479">
                  <a:moveTo>
                    <a:pt x="284278" y="205654"/>
                  </a:moveTo>
                  <a:lnTo>
                    <a:pt x="0" y="205654"/>
                  </a:lnTo>
                  <a:lnTo>
                    <a:pt x="0" y="0"/>
                  </a:lnTo>
                  <a:lnTo>
                    <a:pt x="284278" y="0"/>
                  </a:lnTo>
                  <a:lnTo>
                    <a:pt x="284278" y="205654"/>
                  </a:lnTo>
                  <a:close/>
                </a:path>
              </a:pathLst>
            </a:custGeom>
            <a:solidFill>
              <a:srgbClr val="0E34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87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44"/>
          <p:cNvGrpSpPr/>
          <p:nvPr/>
        </p:nvGrpSpPr>
        <p:grpSpPr>
          <a:xfrm>
            <a:off x="149839" y="-11"/>
            <a:ext cx="8832797" cy="5133691"/>
            <a:chOff x="123825" y="-11"/>
            <a:chExt cx="7299325" cy="5317490"/>
          </a:xfrm>
        </p:grpSpPr>
        <p:pic>
          <p:nvPicPr>
            <p:cNvPr id="644" name="Google Shape;64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28879" y="352171"/>
              <a:ext cx="4681388" cy="26379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44"/>
            <p:cNvSpPr/>
            <p:nvPr/>
          </p:nvSpPr>
          <p:spPr>
            <a:xfrm>
              <a:off x="123825" y="-11"/>
              <a:ext cx="7299325" cy="5317490"/>
            </a:xfrm>
            <a:custGeom>
              <a:rect b="b" l="l" r="r" t="t"/>
              <a:pathLst>
                <a:path extrusionOk="0" h="5317490" w="7299325">
                  <a:moveTo>
                    <a:pt x="7299210" y="5317160"/>
                  </a:moveTo>
                  <a:lnTo>
                    <a:pt x="0" y="5317160"/>
                  </a:lnTo>
                  <a:lnTo>
                    <a:pt x="0" y="0"/>
                  </a:lnTo>
                  <a:lnTo>
                    <a:pt x="7299210" y="0"/>
                  </a:lnTo>
                  <a:lnTo>
                    <a:pt x="7299210" y="531716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646" name="Google Shape;646;p44"/>
          <p:cNvSpPr txBox="1"/>
          <p:nvPr>
            <p:ph type="title"/>
          </p:nvPr>
        </p:nvSpPr>
        <p:spPr>
          <a:xfrm>
            <a:off x="613496" y="997459"/>
            <a:ext cx="7905334" cy="180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511425" lvl="0" marL="25234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50">
                <a:solidFill>
                  <a:srgbClr val="3398DA"/>
                </a:solidFill>
              </a:rPr>
              <a:t>DESENVOLVIMENTO WEB</a:t>
            </a:r>
            <a:endParaRPr sz="6050"/>
          </a:p>
        </p:txBody>
      </p:sp>
      <p:sp>
        <p:nvSpPr>
          <p:cNvPr id="647" name="Google Shape;647;p44"/>
          <p:cNvSpPr txBox="1"/>
          <p:nvPr/>
        </p:nvSpPr>
        <p:spPr>
          <a:xfrm>
            <a:off x="2060115" y="2814971"/>
            <a:ext cx="5012294" cy="1069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7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Interatividade e Responsividade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8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↓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52" name="Google Shape;652;p45"/>
          <p:cNvSpPr txBox="1"/>
          <p:nvPr>
            <p:ph type="title"/>
          </p:nvPr>
        </p:nvSpPr>
        <p:spPr>
          <a:xfrm>
            <a:off x="1304791" y="777225"/>
            <a:ext cx="6522976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DESCRIÇÕES ADAPTÁVEIS</a:t>
            </a:r>
            <a:endParaRPr/>
          </a:p>
        </p:txBody>
      </p:sp>
      <p:grpSp>
        <p:nvGrpSpPr>
          <p:cNvPr id="653" name="Google Shape;653;p45"/>
          <p:cNvGrpSpPr/>
          <p:nvPr/>
        </p:nvGrpSpPr>
        <p:grpSpPr>
          <a:xfrm>
            <a:off x="553235" y="1433325"/>
            <a:ext cx="8025973" cy="2909541"/>
            <a:chOff x="457187" y="1484642"/>
            <a:chExt cx="6632575" cy="3013710"/>
          </a:xfrm>
        </p:grpSpPr>
        <p:sp>
          <p:nvSpPr>
            <p:cNvPr id="654" name="Google Shape;654;p45"/>
            <p:cNvSpPr/>
            <p:nvPr/>
          </p:nvSpPr>
          <p:spPr>
            <a:xfrm>
              <a:off x="457187" y="1484642"/>
              <a:ext cx="6632575" cy="3013710"/>
            </a:xfrm>
            <a:custGeom>
              <a:rect b="b" l="l" r="r" t="t"/>
              <a:pathLst>
                <a:path extrusionOk="0" h="3013710" w="6632575">
                  <a:moveTo>
                    <a:pt x="6632448" y="0"/>
                  </a:moveTo>
                  <a:lnTo>
                    <a:pt x="0" y="0"/>
                  </a:lnTo>
                  <a:lnTo>
                    <a:pt x="0" y="116840"/>
                  </a:lnTo>
                  <a:lnTo>
                    <a:pt x="0" y="2823210"/>
                  </a:lnTo>
                  <a:lnTo>
                    <a:pt x="0" y="3013710"/>
                  </a:lnTo>
                  <a:lnTo>
                    <a:pt x="6632448" y="3013710"/>
                  </a:lnTo>
                  <a:lnTo>
                    <a:pt x="6632448" y="2823210"/>
                  </a:lnTo>
                  <a:lnTo>
                    <a:pt x="6632448" y="117094"/>
                  </a:lnTo>
                  <a:lnTo>
                    <a:pt x="6475819" y="117094"/>
                  </a:lnTo>
                  <a:lnTo>
                    <a:pt x="6475819" y="2823210"/>
                  </a:lnTo>
                  <a:lnTo>
                    <a:pt x="156654" y="2823210"/>
                  </a:lnTo>
                  <a:lnTo>
                    <a:pt x="156654" y="116840"/>
                  </a:lnTo>
                  <a:lnTo>
                    <a:pt x="6632448" y="116840"/>
                  </a:lnTo>
                  <a:lnTo>
                    <a:pt x="6632448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613852" y="1601719"/>
              <a:ext cx="6319520" cy="2706370"/>
            </a:xfrm>
            <a:custGeom>
              <a:rect b="b" l="l" r="r" t="t"/>
              <a:pathLst>
                <a:path extrusionOk="0" h="2706370" w="6319520">
                  <a:moveTo>
                    <a:pt x="6319156" y="2706120"/>
                  </a:moveTo>
                  <a:lnTo>
                    <a:pt x="0" y="2706120"/>
                  </a:lnTo>
                  <a:lnTo>
                    <a:pt x="0" y="0"/>
                  </a:lnTo>
                  <a:lnTo>
                    <a:pt x="6319156" y="0"/>
                  </a:lnTo>
                  <a:lnTo>
                    <a:pt x="6319156" y="2706120"/>
                  </a:lnTo>
                  <a:close/>
                </a:path>
              </a:pathLst>
            </a:custGeom>
            <a:solidFill>
              <a:srgbClr val="2628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45"/>
          <p:cNvSpPr txBox="1"/>
          <p:nvPr/>
        </p:nvSpPr>
        <p:spPr>
          <a:xfrm>
            <a:off x="1660880" y="1759345"/>
            <a:ext cx="6776549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paragrafos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querySelectorAll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'.descrica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7" name="Google Shape;657;p45"/>
          <p:cNvSpPr txBox="1"/>
          <p:nvPr/>
        </p:nvSpPr>
        <p:spPr>
          <a:xfrm>
            <a:off x="1660769" y="2147702"/>
            <a:ext cx="5795298" cy="1202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405765" lvl="0" marL="417830" marR="5080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window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.innerWidth &gt;= 1024) { paragrafos[0].textContent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'TEXTO GRANDE'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 paragrafos[1].textContent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'TEXTO GRANDE'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17830" marR="5080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paragrafos[0].textContent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'TEXTO GRANDE'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 paragrafos[1].textContent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'TEXTO GRANDE'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45"/>
          <p:cNvSpPr txBox="1"/>
          <p:nvPr/>
        </p:nvSpPr>
        <p:spPr>
          <a:xfrm>
            <a:off x="894356" y="1561637"/>
            <a:ext cx="3373291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ajustarTexto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9" name="Google Shape;659;p45"/>
          <p:cNvSpPr txBox="1"/>
          <p:nvPr/>
        </p:nvSpPr>
        <p:spPr>
          <a:xfrm>
            <a:off x="894356" y="1759345"/>
            <a:ext cx="153681" cy="1590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0" name="Google Shape;660;p45"/>
          <p:cNvSpPr txBox="1"/>
          <p:nvPr/>
        </p:nvSpPr>
        <p:spPr>
          <a:xfrm>
            <a:off x="771696" y="3326896"/>
            <a:ext cx="6316276" cy="80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10	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660" lvl="0" marL="34036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Clr>
                <a:srgbClr val="E9E9E9"/>
              </a:buClr>
              <a:buSzPts val="1300"/>
              <a:buFont typeface="Courier New"/>
              <a:buAutoNum type="arabicPlain" startAt="11"/>
            </a:pP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window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'load'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, ajustarTexto);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660" lvl="0" marL="34036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E9E9E9"/>
              </a:buClr>
              <a:buSzPts val="1300"/>
              <a:buFont typeface="Courier New"/>
              <a:buAutoNum type="arabicPlain" startAt="11"/>
            </a:pP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window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'resize'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, ajustarTexto);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7660" lvl="0" marL="34036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E9E9E9"/>
              </a:buClr>
              <a:buSzPts val="1300"/>
              <a:buFont typeface="Courier New"/>
              <a:buAutoNum type="arabicPlain" startAt="11"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65" name="Google Shape;665;p46"/>
          <p:cNvSpPr txBox="1"/>
          <p:nvPr>
            <p:ph type="title"/>
          </p:nvPr>
        </p:nvSpPr>
        <p:spPr>
          <a:xfrm>
            <a:off x="2265194" y="636004"/>
            <a:ext cx="4601968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ACCORDION (FAQ)</a:t>
            </a:r>
            <a:endParaRPr/>
          </a:p>
        </p:txBody>
      </p:sp>
      <p:grpSp>
        <p:nvGrpSpPr>
          <p:cNvPr id="666" name="Google Shape;666;p46"/>
          <p:cNvGrpSpPr/>
          <p:nvPr/>
        </p:nvGrpSpPr>
        <p:grpSpPr>
          <a:xfrm>
            <a:off x="553235" y="1292324"/>
            <a:ext cx="8025973" cy="3192770"/>
            <a:chOff x="457187" y="1338592"/>
            <a:chExt cx="6632575" cy="3307079"/>
          </a:xfrm>
        </p:grpSpPr>
        <p:sp>
          <p:nvSpPr>
            <p:cNvPr id="667" name="Google Shape;667;p46"/>
            <p:cNvSpPr/>
            <p:nvPr/>
          </p:nvSpPr>
          <p:spPr>
            <a:xfrm>
              <a:off x="457187" y="1338592"/>
              <a:ext cx="6632575" cy="3307079"/>
            </a:xfrm>
            <a:custGeom>
              <a:rect b="b" l="l" r="r" t="t"/>
              <a:pathLst>
                <a:path extrusionOk="0" h="3307079" w="6632575">
                  <a:moveTo>
                    <a:pt x="6632448" y="0"/>
                  </a:moveTo>
                  <a:lnTo>
                    <a:pt x="0" y="0"/>
                  </a:lnTo>
                  <a:lnTo>
                    <a:pt x="0" y="116840"/>
                  </a:lnTo>
                  <a:lnTo>
                    <a:pt x="0" y="3115310"/>
                  </a:lnTo>
                  <a:lnTo>
                    <a:pt x="0" y="3307080"/>
                  </a:lnTo>
                  <a:lnTo>
                    <a:pt x="6632448" y="3307080"/>
                  </a:lnTo>
                  <a:lnTo>
                    <a:pt x="6632448" y="3115538"/>
                  </a:lnTo>
                  <a:lnTo>
                    <a:pt x="6632448" y="3115310"/>
                  </a:lnTo>
                  <a:lnTo>
                    <a:pt x="6632448" y="116852"/>
                  </a:lnTo>
                  <a:lnTo>
                    <a:pt x="6475819" y="116852"/>
                  </a:lnTo>
                  <a:lnTo>
                    <a:pt x="6475819" y="3115310"/>
                  </a:lnTo>
                  <a:lnTo>
                    <a:pt x="156654" y="3115310"/>
                  </a:lnTo>
                  <a:lnTo>
                    <a:pt x="156654" y="116840"/>
                  </a:lnTo>
                  <a:lnTo>
                    <a:pt x="6632448" y="116840"/>
                  </a:lnTo>
                  <a:lnTo>
                    <a:pt x="6632448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6"/>
            <p:cNvSpPr/>
            <p:nvPr/>
          </p:nvSpPr>
          <p:spPr>
            <a:xfrm>
              <a:off x="613852" y="1455441"/>
              <a:ext cx="6319520" cy="2999105"/>
            </a:xfrm>
            <a:custGeom>
              <a:rect b="b" l="l" r="r" t="t"/>
              <a:pathLst>
                <a:path extrusionOk="0" h="2999104" w="6319520">
                  <a:moveTo>
                    <a:pt x="6319156" y="2998673"/>
                  </a:moveTo>
                  <a:lnTo>
                    <a:pt x="0" y="2998673"/>
                  </a:lnTo>
                  <a:lnTo>
                    <a:pt x="0" y="0"/>
                  </a:lnTo>
                  <a:lnTo>
                    <a:pt x="6319156" y="0"/>
                  </a:lnTo>
                  <a:lnTo>
                    <a:pt x="6319156" y="2998673"/>
                  </a:lnTo>
                  <a:close/>
                </a:path>
              </a:pathLst>
            </a:custGeom>
            <a:solidFill>
              <a:srgbClr val="2628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9" name="Google Shape;669;p46"/>
          <p:cNvSpPr txBox="1"/>
          <p:nvPr/>
        </p:nvSpPr>
        <p:spPr>
          <a:xfrm>
            <a:off x="1660769" y="2006481"/>
            <a:ext cx="6040419" cy="80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pergunta.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'click'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1783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resposta = pergunta.nextElementSibling;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17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(resposta.style.display ===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'block'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0" name="Google Shape;670;p46"/>
          <p:cNvSpPr txBox="1"/>
          <p:nvPr/>
        </p:nvSpPr>
        <p:spPr>
          <a:xfrm>
            <a:off x="2641829" y="2790256"/>
            <a:ext cx="3955739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resposta.style.display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'none'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2641829" y="2987965"/>
            <a:ext cx="5795298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pergunta.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'i'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).style.transform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2" name="Google Shape;672;p46"/>
          <p:cNvSpPr txBox="1"/>
          <p:nvPr/>
        </p:nvSpPr>
        <p:spPr>
          <a:xfrm>
            <a:off x="2151298" y="3185674"/>
            <a:ext cx="1011986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3" name="Google Shape;673;p46"/>
          <p:cNvSpPr txBox="1"/>
          <p:nvPr/>
        </p:nvSpPr>
        <p:spPr>
          <a:xfrm>
            <a:off x="2641829" y="3376322"/>
            <a:ext cx="4077917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resposta.style.display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'block'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4" name="Google Shape;674;p46"/>
          <p:cNvSpPr txBox="1"/>
          <p:nvPr/>
        </p:nvSpPr>
        <p:spPr>
          <a:xfrm>
            <a:off x="2641829" y="3574031"/>
            <a:ext cx="5795298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pergunta.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querySelector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'i'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).style.transform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5" name="Google Shape;675;p46"/>
          <p:cNvSpPr txBox="1"/>
          <p:nvPr/>
        </p:nvSpPr>
        <p:spPr>
          <a:xfrm>
            <a:off x="2151298" y="3771740"/>
            <a:ext cx="153681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6" name="Google Shape;676;p46"/>
          <p:cNvSpPr txBox="1"/>
          <p:nvPr/>
        </p:nvSpPr>
        <p:spPr>
          <a:xfrm>
            <a:off x="1660769" y="3962388"/>
            <a:ext cx="398801" cy="22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7" name="Google Shape;677;p46"/>
          <p:cNvSpPr txBox="1"/>
          <p:nvPr/>
        </p:nvSpPr>
        <p:spPr>
          <a:xfrm>
            <a:off x="894356" y="1420415"/>
            <a:ext cx="7419703" cy="616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0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perguntas = 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querySelectorAll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'.perguntas'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perguntas.</a:t>
            </a:r>
            <a:r>
              <a:rPr b="1" lang="pt-BR" sz="130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300">
                <a:solidFill>
                  <a:srgbClr val="F9257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(pergunta) {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8" name="Google Shape;678;p46"/>
          <p:cNvSpPr txBox="1"/>
          <p:nvPr/>
        </p:nvSpPr>
        <p:spPr>
          <a:xfrm>
            <a:off x="771696" y="2006481"/>
            <a:ext cx="797603" cy="2374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136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3664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3664" rtl="0" algn="l">
              <a:lnSpc>
                <a:spcPct val="119615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3664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3664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3664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E9E9E9"/>
                </a:solidFill>
                <a:latin typeface="Courier New"/>
                <a:ea typeface="Courier New"/>
                <a:cs typeface="Courier New"/>
                <a:sym typeface="Courier New"/>
              </a:rPr>
              <a:t>15 </a:t>
            </a:r>
            <a:r>
              <a:rPr lang="pt-BR" sz="13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7"/>
          <p:cNvSpPr txBox="1"/>
          <p:nvPr/>
        </p:nvSpPr>
        <p:spPr>
          <a:xfrm>
            <a:off x="519175" y="2348925"/>
            <a:ext cx="84366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1275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Uso de tags semânticas (header, nav, main, section, footer) para melhorar a acessibilidade e SEO do site.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$PPTXTitle" id="684" name="Google Shape;684;p47"/>
          <p:cNvSpPr txBox="1"/>
          <p:nvPr/>
        </p:nvSpPr>
        <p:spPr>
          <a:xfrm>
            <a:off x="2782650" y="781525"/>
            <a:ext cx="35787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50">
                <a:solidFill>
                  <a:srgbClr val="E74B3C"/>
                </a:solidFill>
                <a:latin typeface="Trebuchet MS"/>
                <a:ea typeface="Trebuchet MS"/>
                <a:cs typeface="Trebuchet MS"/>
                <a:sym typeface="Trebuchet MS"/>
              </a:rPr>
              <a:t>A SEMÂNTICA</a:t>
            </a:r>
            <a:endParaRPr sz="38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89" name="Google Shape;689;p48"/>
          <p:cNvSpPr txBox="1"/>
          <p:nvPr>
            <p:ph type="title"/>
          </p:nvPr>
        </p:nvSpPr>
        <p:spPr>
          <a:xfrm>
            <a:off x="2524344" y="974933"/>
            <a:ext cx="4084064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PADRONIZAÇÃO</a:t>
            </a:r>
            <a:endParaRPr/>
          </a:p>
        </p:txBody>
      </p:sp>
      <p:sp>
        <p:nvSpPr>
          <p:cNvPr id="690" name="Google Shape;690;p48"/>
          <p:cNvSpPr txBox="1"/>
          <p:nvPr>
            <p:ph idx="1" type="body"/>
          </p:nvPr>
        </p:nvSpPr>
        <p:spPr>
          <a:xfrm>
            <a:off x="388088" y="1720515"/>
            <a:ext cx="8367822" cy="2333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-635" lvl="0" marL="3175" marR="508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Aplicação de padrões de design e codificação para manter a consistência visual e funcional do site em todas as páginas.</a:t>
            </a:r>
            <a:endParaRPr/>
          </a:p>
          <a:p>
            <a:pPr indent="0" lvl="0" marL="183515" marR="185420" rtl="0" algn="ctr">
              <a:lnSpc>
                <a:spcPct val="11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pt-BR"/>
              <a:t>Consistência visual do site usando variáveis CSS usando o parâmetro root.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95" name="Google Shape;695;p49"/>
          <p:cNvSpPr txBox="1"/>
          <p:nvPr>
            <p:ph type="title"/>
          </p:nvPr>
        </p:nvSpPr>
        <p:spPr>
          <a:xfrm>
            <a:off x="2296447" y="452415"/>
            <a:ext cx="4539726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RESPONSIVIDADE</a:t>
            </a:r>
            <a:endParaRPr/>
          </a:p>
        </p:txBody>
      </p:sp>
      <p:sp>
        <p:nvSpPr>
          <p:cNvPr id="696" name="Google Shape;696;p49"/>
          <p:cNvSpPr txBox="1"/>
          <p:nvPr/>
        </p:nvSpPr>
        <p:spPr>
          <a:xfrm>
            <a:off x="351442" y="1162701"/>
            <a:ext cx="8429385" cy="339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43865" marR="436245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Uma atenção ao público-alvo foi dispensada ao projeto.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Foi usada a tag picture para fornecer diferentes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versões de imagens com base na resolução e tamanho da tela.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395605" marR="387985" rtl="0" algn="ctr">
              <a:lnSpc>
                <a:spcPct val="11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As imagens foram cortadas por aspect ratio para manter a proporção adequada em diferentes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dispositivos.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/>
          <p:nvPr/>
        </p:nvSpPr>
        <p:spPr>
          <a:xfrm>
            <a:off x="149839" y="-15"/>
            <a:ext cx="8832797" cy="5133691"/>
          </a:xfrm>
          <a:custGeom>
            <a:rect b="b" l="l" r="r" t="t"/>
            <a:pathLst>
              <a:path extrusionOk="0" h="5317490" w="7299325">
                <a:moveTo>
                  <a:pt x="7299210" y="5317160"/>
                </a:moveTo>
                <a:lnTo>
                  <a:pt x="0" y="5317160"/>
                </a:lnTo>
                <a:lnTo>
                  <a:pt x="0" y="0"/>
                </a:lnTo>
                <a:lnTo>
                  <a:pt x="7299210" y="0"/>
                </a:lnTo>
                <a:lnTo>
                  <a:pt x="7299210" y="5317160"/>
                </a:lnTo>
                <a:close/>
              </a:path>
            </a:pathLst>
          </a:custGeom>
          <a:solidFill>
            <a:srgbClr val="1D1D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702" name="Google Shape;702;p50"/>
          <p:cNvSpPr txBox="1"/>
          <p:nvPr>
            <p:ph type="title"/>
          </p:nvPr>
        </p:nvSpPr>
        <p:spPr>
          <a:xfrm>
            <a:off x="1055184" y="131774"/>
            <a:ext cx="7022438" cy="48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50">
                <a:solidFill>
                  <a:srgbClr val="FFFFFF"/>
                </a:solidFill>
              </a:rPr>
              <a:t>FLUXO DO SCRIPT DO CARROSSEL</a:t>
            </a:r>
            <a:endParaRPr sz="3150"/>
          </a:p>
        </p:txBody>
      </p:sp>
      <p:sp>
        <p:nvSpPr>
          <p:cNvPr id="703" name="Google Shape;703;p50"/>
          <p:cNvSpPr/>
          <p:nvPr/>
        </p:nvSpPr>
        <p:spPr>
          <a:xfrm>
            <a:off x="317994" y="720212"/>
            <a:ext cx="8497004" cy="4236797"/>
          </a:xfrm>
          <a:custGeom>
            <a:rect b="b" l="l" r="r" t="t"/>
            <a:pathLst>
              <a:path extrusionOk="0" h="4388485" w="7021830">
                <a:moveTo>
                  <a:pt x="7021285" y="4388310"/>
                </a:moveTo>
                <a:lnTo>
                  <a:pt x="0" y="4388310"/>
                </a:lnTo>
                <a:lnTo>
                  <a:pt x="0" y="0"/>
                </a:lnTo>
                <a:lnTo>
                  <a:pt x="7021285" y="0"/>
                </a:lnTo>
                <a:lnTo>
                  <a:pt x="7021285" y="438831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0"/>
          <p:cNvSpPr txBox="1"/>
          <p:nvPr/>
        </p:nvSpPr>
        <p:spPr>
          <a:xfrm>
            <a:off x="3287973" y="857233"/>
            <a:ext cx="2516521" cy="14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F1FF3B"/>
                </a:solidFill>
                <a:latin typeface="Arial"/>
                <a:ea typeface="Arial"/>
                <a:cs typeface="Arial"/>
                <a:sym typeface="Arial"/>
              </a:rPr>
              <a:t>Fluxograma carrossel.js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5" name="Google Shape;705;p50"/>
          <p:cNvGrpSpPr/>
          <p:nvPr/>
        </p:nvGrpSpPr>
        <p:grpSpPr>
          <a:xfrm>
            <a:off x="663253" y="1076764"/>
            <a:ext cx="7810820" cy="3880551"/>
            <a:chOff x="548105" y="1115315"/>
            <a:chExt cx="6454775" cy="4019484"/>
          </a:xfrm>
        </p:grpSpPr>
        <p:pic>
          <p:nvPicPr>
            <p:cNvPr id="706" name="Google Shape;70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77039" y="1115315"/>
              <a:ext cx="248102" cy="1475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50"/>
            <p:cNvSpPr/>
            <p:nvPr/>
          </p:nvSpPr>
          <p:spPr>
            <a:xfrm>
              <a:off x="3677039" y="1115315"/>
              <a:ext cx="248285" cy="147955"/>
            </a:xfrm>
            <a:custGeom>
              <a:rect b="b" l="l" r="r" t="t"/>
              <a:pathLst>
                <a:path extrusionOk="0" h="147955" w="248285">
                  <a:moveTo>
                    <a:pt x="248102" y="73765"/>
                  </a:moveTo>
                  <a:lnTo>
                    <a:pt x="231720" y="110719"/>
                  </a:lnTo>
                  <a:lnTo>
                    <a:pt x="199742" y="132408"/>
                  </a:lnTo>
                  <a:lnTo>
                    <a:pt x="192969" y="135099"/>
                  </a:lnTo>
                  <a:lnTo>
                    <a:pt x="186197" y="137789"/>
                  </a:lnTo>
                  <a:lnTo>
                    <a:pt x="148251" y="146113"/>
                  </a:lnTo>
                  <a:lnTo>
                    <a:pt x="124051" y="147530"/>
                  </a:lnTo>
                  <a:lnTo>
                    <a:pt x="115905" y="147530"/>
                  </a:lnTo>
                  <a:lnTo>
                    <a:pt x="76578" y="141915"/>
                  </a:lnTo>
                  <a:lnTo>
                    <a:pt x="69053" y="140062"/>
                  </a:lnTo>
                  <a:lnTo>
                    <a:pt x="61904" y="137789"/>
                  </a:lnTo>
                  <a:lnTo>
                    <a:pt x="55131" y="135099"/>
                  </a:lnTo>
                  <a:lnTo>
                    <a:pt x="48359" y="132408"/>
                  </a:lnTo>
                  <a:lnTo>
                    <a:pt x="42093" y="129350"/>
                  </a:lnTo>
                  <a:lnTo>
                    <a:pt x="36333" y="125925"/>
                  </a:lnTo>
                  <a:lnTo>
                    <a:pt x="30574" y="122500"/>
                  </a:lnTo>
                  <a:lnTo>
                    <a:pt x="25431" y="118774"/>
                  </a:lnTo>
                  <a:lnTo>
                    <a:pt x="20906" y="114747"/>
                  </a:lnTo>
                  <a:lnTo>
                    <a:pt x="16380" y="110719"/>
                  </a:lnTo>
                  <a:lnTo>
                    <a:pt x="12559" y="106468"/>
                  </a:lnTo>
                  <a:lnTo>
                    <a:pt x="9442" y="101994"/>
                  </a:lnTo>
                  <a:lnTo>
                    <a:pt x="6325" y="97519"/>
                  </a:lnTo>
                  <a:lnTo>
                    <a:pt x="3972" y="92906"/>
                  </a:lnTo>
                  <a:lnTo>
                    <a:pt x="2383" y="88156"/>
                  </a:lnTo>
                  <a:lnTo>
                    <a:pt x="794" y="83405"/>
                  </a:lnTo>
                  <a:lnTo>
                    <a:pt x="0" y="78608"/>
                  </a:lnTo>
                  <a:lnTo>
                    <a:pt x="0" y="73765"/>
                  </a:lnTo>
                  <a:lnTo>
                    <a:pt x="0" y="68921"/>
                  </a:lnTo>
                  <a:lnTo>
                    <a:pt x="9442" y="45536"/>
                  </a:lnTo>
                  <a:lnTo>
                    <a:pt x="12559" y="41061"/>
                  </a:lnTo>
                  <a:lnTo>
                    <a:pt x="16380" y="36810"/>
                  </a:lnTo>
                  <a:lnTo>
                    <a:pt x="20906" y="32783"/>
                  </a:lnTo>
                  <a:lnTo>
                    <a:pt x="25431" y="28756"/>
                  </a:lnTo>
                  <a:lnTo>
                    <a:pt x="30574" y="25030"/>
                  </a:lnTo>
                  <a:lnTo>
                    <a:pt x="36333" y="21605"/>
                  </a:lnTo>
                  <a:lnTo>
                    <a:pt x="42093" y="18180"/>
                  </a:lnTo>
                  <a:lnTo>
                    <a:pt x="48359" y="15122"/>
                  </a:lnTo>
                  <a:lnTo>
                    <a:pt x="55131" y="12431"/>
                  </a:lnTo>
                  <a:lnTo>
                    <a:pt x="61904" y="9740"/>
                  </a:lnTo>
                  <a:lnTo>
                    <a:pt x="99849" y="1417"/>
                  </a:lnTo>
                  <a:lnTo>
                    <a:pt x="115905" y="0"/>
                  </a:lnTo>
                  <a:lnTo>
                    <a:pt x="124051" y="0"/>
                  </a:lnTo>
                  <a:lnTo>
                    <a:pt x="132196" y="0"/>
                  </a:lnTo>
                  <a:lnTo>
                    <a:pt x="140263" y="472"/>
                  </a:lnTo>
                  <a:lnTo>
                    <a:pt x="148251" y="1417"/>
                  </a:lnTo>
                  <a:lnTo>
                    <a:pt x="156240" y="2362"/>
                  </a:lnTo>
                  <a:lnTo>
                    <a:pt x="192969" y="12431"/>
                  </a:lnTo>
                  <a:lnTo>
                    <a:pt x="199742" y="15122"/>
                  </a:lnTo>
                  <a:lnTo>
                    <a:pt x="231720" y="36810"/>
                  </a:lnTo>
                  <a:lnTo>
                    <a:pt x="248101" y="68921"/>
                  </a:lnTo>
                  <a:lnTo>
                    <a:pt x="248102" y="73765"/>
                  </a:lnTo>
                  <a:close/>
                </a:path>
              </a:pathLst>
            </a:custGeom>
            <a:noFill/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2095638" y="1410376"/>
              <a:ext cx="3411220" cy="348615"/>
            </a:xfrm>
            <a:custGeom>
              <a:rect b="b" l="l" r="r" t="t"/>
              <a:pathLst>
                <a:path extrusionOk="0" h="348614" w="3411220">
                  <a:moveTo>
                    <a:pt x="3255838" y="348467"/>
                  </a:moveTo>
                  <a:lnTo>
                    <a:pt x="155063" y="348467"/>
                  </a:lnTo>
                  <a:lnTo>
                    <a:pt x="147445" y="348357"/>
                  </a:lnTo>
                  <a:lnTo>
                    <a:pt x="102832" y="343080"/>
                  </a:lnTo>
                  <a:lnTo>
                    <a:pt x="62684" y="330319"/>
                  </a:lnTo>
                  <a:lnTo>
                    <a:pt x="20476" y="302454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699" y="51327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19" y="996"/>
                  </a:lnTo>
                  <a:lnTo>
                    <a:pt x="155063" y="0"/>
                  </a:lnTo>
                  <a:lnTo>
                    <a:pt x="3255838" y="0"/>
                  </a:lnTo>
                  <a:lnTo>
                    <a:pt x="3300850" y="3969"/>
                  </a:lnTo>
                  <a:lnTo>
                    <a:pt x="3341986" y="15539"/>
                  </a:lnTo>
                  <a:lnTo>
                    <a:pt x="3379111" y="35945"/>
                  </a:lnTo>
                  <a:lnTo>
                    <a:pt x="3405935" y="68280"/>
                  </a:lnTo>
                  <a:lnTo>
                    <a:pt x="3410901" y="86152"/>
                  </a:lnTo>
                  <a:lnTo>
                    <a:pt x="3410901" y="262315"/>
                  </a:lnTo>
                  <a:lnTo>
                    <a:pt x="3395201" y="297140"/>
                  </a:lnTo>
                  <a:lnTo>
                    <a:pt x="3359966" y="324585"/>
                  </a:lnTo>
                  <a:lnTo>
                    <a:pt x="3322144" y="339612"/>
                  </a:lnTo>
                  <a:lnTo>
                    <a:pt x="3278581" y="347471"/>
                  </a:lnTo>
                  <a:lnTo>
                    <a:pt x="3255838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2095638" y="1410376"/>
              <a:ext cx="3411220" cy="348615"/>
            </a:xfrm>
            <a:custGeom>
              <a:rect b="b" l="l" r="r" t="t"/>
              <a:pathLst>
                <a:path extrusionOk="0" h="348614" w="3411220">
                  <a:moveTo>
                    <a:pt x="155063" y="0"/>
                  </a:moveTo>
                  <a:lnTo>
                    <a:pt x="3255838" y="0"/>
                  </a:lnTo>
                  <a:lnTo>
                    <a:pt x="3263455" y="110"/>
                  </a:lnTo>
                  <a:lnTo>
                    <a:pt x="3308068" y="5387"/>
                  </a:lnTo>
                  <a:lnTo>
                    <a:pt x="3348217" y="18148"/>
                  </a:lnTo>
                  <a:lnTo>
                    <a:pt x="3384768" y="40979"/>
                  </a:lnTo>
                  <a:lnTo>
                    <a:pt x="3390425" y="46013"/>
                  </a:lnTo>
                  <a:lnTo>
                    <a:pt x="3409908" y="80156"/>
                  </a:lnTo>
                  <a:lnTo>
                    <a:pt x="3410901" y="86152"/>
                  </a:lnTo>
                  <a:lnTo>
                    <a:pt x="3410901" y="92206"/>
                  </a:lnTo>
                  <a:lnTo>
                    <a:pt x="3410901" y="256261"/>
                  </a:lnTo>
                  <a:lnTo>
                    <a:pt x="3410901" y="262315"/>
                  </a:lnTo>
                  <a:lnTo>
                    <a:pt x="3409908" y="268311"/>
                  </a:lnTo>
                  <a:lnTo>
                    <a:pt x="3390425" y="302454"/>
                  </a:lnTo>
                  <a:lnTo>
                    <a:pt x="3384768" y="307488"/>
                  </a:lnTo>
                  <a:lnTo>
                    <a:pt x="3379111" y="312522"/>
                  </a:lnTo>
                  <a:lnTo>
                    <a:pt x="3341986" y="332928"/>
                  </a:lnTo>
                  <a:lnTo>
                    <a:pt x="3300850" y="344498"/>
                  </a:lnTo>
                  <a:lnTo>
                    <a:pt x="3255838" y="348467"/>
                  </a:lnTo>
                  <a:lnTo>
                    <a:pt x="155063" y="348467"/>
                  </a:lnTo>
                  <a:lnTo>
                    <a:pt x="110050" y="344498"/>
                  </a:lnTo>
                  <a:lnTo>
                    <a:pt x="68914" y="332928"/>
                  </a:lnTo>
                  <a:lnTo>
                    <a:pt x="31789" y="312522"/>
                  </a:lnTo>
                  <a:lnTo>
                    <a:pt x="4965" y="280187"/>
                  </a:lnTo>
                  <a:lnTo>
                    <a:pt x="0" y="262315"/>
                  </a:lnTo>
                  <a:lnTo>
                    <a:pt x="0" y="256261"/>
                  </a:lnTo>
                  <a:lnTo>
                    <a:pt x="0" y="92206"/>
                  </a:lnTo>
                  <a:lnTo>
                    <a:pt x="0" y="86152"/>
                  </a:lnTo>
                  <a:lnTo>
                    <a:pt x="993" y="80156"/>
                  </a:lnTo>
                  <a:lnTo>
                    <a:pt x="20475" y="46013"/>
                  </a:lnTo>
                  <a:lnTo>
                    <a:pt x="26132" y="40979"/>
                  </a:lnTo>
                  <a:lnTo>
                    <a:pt x="31789" y="35945"/>
                  </a:lnTo>
                  <a:lnTo>
                    <a:pt x="68914" y="15539"/>
                  </a:lnTo>
                  <a:lnTo>
                    <a:pt x="110050" y="3969"/>
                  </a:lnTo>
                  <a:lnTo>
                    <a:pt x="147445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2231598" y="1906375"/>
              <a:ext cx="3139440" cy="348615"/>
            </a:xfrm>
            <a:custGeom>
              <a:rect b="b" l="l" r="r" t="t"/>
              <a:pathLst>
                <a:path extrusionOk="0" h="348614" w="3139440">
                  <a:moveTo>
                    <a:pt x="2983919" y="348467"/>
                  </a:moveTo>
                  <a:lnTo>
                    <a:pt x="155063" y="348467"/>
                  </a:lnTo>
                  <a:lnTo>
                    <a:pt x="147445" y="348356"/>
                  </a:lnTo>
                  <a:lnTo>
                    <a:pt x="102832" y="343079"/>
                  </a:lnTo>
                  <a:lnTo>
                    <a:pt x="62684" y="330319"/>
                  </a:lnTo>
                  <a:lnTo>
                    <a:pt x="20476" y="302454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700" y="51327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20" y="996"/>
                  </a:lnTo>
                  <a:lnTo>
                    <a:pt x="155063" y="0"/>
                  </a:lnTo>
                  <a:lnTo>
                    <a:pt x="2983919" y="0"/>
                  </a:lnTo>
                  <a:lnTo>
                    <a:pt x="3028931" y="3969"/>
                  </a:lnTo>
                  <a:lnTo>
                    <a:pt x="3070067" y="15539"/>
                  </a:lnTo>
                  <a:lnTo>
                    <a:pt x="3107192" y="35945"/>
                  </a:lnTo>
                  <a:lnTo>
                    <a:pt x="3134016" y="68279"/>
                  </a:lnTo>
                  <a:lnTo>
                    <a:pt x="3138982" y="86152"/>
                  </a:lnTo>
                  <a:lnTo>
                    <a:pt x="3138982" y="262315"/>
                  </a:lnTo>
                  <a:lnTo>
                    <a:pt x="3123281" y="297140"/>
                  </a:lnTo>
                  <a:lnTo>
                    <a:pt x="3088047" y="324585"/>
                  </a:lnTo>
                  <a:lnTo>
                    <a:pt x="3050225" y="339612"/>
                  </a:lnTo>
                  <a:lnTo>
                    <a:pt x="3006662" y="347471"/>
                  </a:lnTo>
                  <a:lnTo>
                    <a:pt x="2983919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2231598" y="1906375"/>
              <a:ext cx="3139440" cy="348615"/>
            </a:xfrm>
            <a:custGeom>
              <a:rect b="b" l="l" r="r" t="t"/>
              <a:pathLst>
                <a:path extrusionOk="0" h="348614" w="3139440">
                  <a:moveTo>
                    <a:pt x="155063" y="0"/>
                  </a:moveTo>
                  <a:lnTo>
                    <a:pt x="2983919" y="0"/>
                  </a:lnTo>
                  <a:lnTo>
                    <a:pt x="2991536" y="110"/>
                  </a:lnTo>
                  <a:lnTo>
                    <a:pt x="3036149" y="5387"/>
                  </a:lnTo>
                  <a:lnTo>
                    <a:pt x="3076298" y="18148"/>
                  </a:lnTo>
                  <a:lnTo>
                    <a:pt x="3112849" y="40979"/>
                  </a:lnTo>
                  <a:lnTo>
                    <a:pt x="3136002" y="74217"/>
                  </a:lnTo>
                  <a:lnTo>
                    <a:pt x="3138982" y="92206"/>
                  </a:lnTo>
                  <a:lnTo>
                    <a:pt x="3138982" y="256261"/>
                  </a:lnTo>
                  <a:lnTo>
                    <a:pt x="3123281" y="297140"/>
                  </a:lnTo>
                  <a:lnTo>
                    <a:pt x="3093565" y="321460"/>
                  </a:lnTo>
                  <a:lnTo>
                    <a:pt x="3057015" y="337580"/>
                  </a:lnTo>
                  <a:lnTo>
                    <a:pt x="3014170" y="346695"/>
                  </a:lnTo>
                  <a:lnTo>
                    <a:pt x="2983919" y="348467"/>
                  </a:lnTo>
                  <a:lnTo>
                    <a:pt x="155063" y="348467"/>
                  </a:lnTo>
                  <a:lnTo>
                    <a:pt x="110050" y="344498"/>
                  </a:lnTo>
                  <a:lnTo>
                    <a:pt x="68915" y="332927"/>
                  </a:lnTo>
                  <a:lnTo>
                    <a:pt x="31789" y="312522"/>
                  </a:lnTo>
                  <a:lnTo>
                    <a:pt x="4965" y="280187"/>
                  </a:lnTo>
                  <a:lnTo>
                    <a:pt x="2979" y="274249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256261"/>
                  </a:lnTo>
                  <a:lnTo>
                    <a:pt x="0" y="92206"/>
                  </a:lnTo>
                  <a:lnTo>
                    <a:pt x="11803" y="56920"/>
                  </a:lnTo>
                  <a:lnTo>
                    <a:pt x="15700" y="51327"/>
                  </a:lnTo>
                  <a:lnTo>
                    <a:pt x="45417" y="27006"/>
                  </a:lnTo>
                  <a:lnTo>
                    <a:pt x="81966" y="10886"/>
                  </a:lnTo>
                  <a:lnTo>
                    <a:pt x="124812" y="1771"/>
                  </a:lnTo>
                  <a:lnTo>
                    <a:pt x="147445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2453029" y="2402373"/>
              <a:ext cx="2696210" cy="348615"/>
            </a:xfrm>
            <a:custGeom>
              <a:rect b="b" l="l" r="r" t="t"/>
              <a:pathLst>
                <a:path extrusionOk="0" h="348614" w="2696210">
                  <a:moveTo>
                    <a:pt x="2541057" y="348467"/>
                  </a:moveTo>
                  <a:lnTo>
                    <a:pt x="155063" y="348467"/>
                  </a:lnTo>
                  <a:lnTo>
                    <a:pt x="147445" y="348356"/>
                  </a:lnTo>
                  <a:lnTo>
                    <a:pt x="102832" y="343079"/>
                  </a:lnTo>
                  <a:lnTo>
                    <a:pt x="62684" y="330319"/>
                  </a:lnTo>
                  <a:lnTo>
                    <a:pt x="20476" y="302453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699" y="51326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20" y="996"/>
                  </a:lnTo>
                  <a:lnTo>
                    <a:pt x="155063" y="0"/>
                  </a:lnTo>
                  <a:lnTo>
                    <a:pt x="2541057" y="0"/>
                  </a:lnTo>
                  <a:lnTo>
                    <a:pt x="2586070" y="3969"/>
                  </a:lnTo>
                  <a:lnTo>
                    <a:pt x="2627206" y="15539"/>
                  </a:lnTo>
                  <a:lnTo>
                    <a:pt x="2664331" y="35945"/>
                  </a:lnTo>
                  <a:lnTo>
                    <a:pt x="2691155" y="68279"/>
                  </a:lnTo>
                  <a:lnTo>
                    <a:pt x="2696121" y="86152"/>
                  </a:lnTo>
                  <a:lnTo>
                    <a:pt x="2696121" y="262315"/>
                  </a:lnTo>
                  <a:lnTo>
                    <a:pt x="2680420" y="297140"/>
                  </a:lnTo>
                  <a:lnTo>
                    <a:pt x="2645185" y="324585"/>
                  </a:lnTo>
                  <a:lnTo>
                    <a:pt x="2607364" y="339612"/>
                  </a:lnTo>
                  <a:lnTo>
                    <a:pt x="2563800" y="347471"/>
                  </a:lnTo>
                  <a:lnTo>
                    <a:pt x="2541057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2453029" y="2402373"/>
              <a:ext cx="2696210" cy="348615"/>
            </a:xfrm>
            <a:custGeom>
              <a:rect b="b" l="l" r="r" t="t"/>
              <a:pathLst>
                <a:path extrusionOk="0" h="348614" w="2696210">
                  <a:moveTo>
                    <a:pt x="155063" y="0"/>
                  </a:moveTo>
                  <a:lnTo>
                    <a:pt x="2541057" y="0"/>
                  </a:lnTo>
                  <a:lnTo>
                    <a:pt x="2548675" y="110"/>
                  </a:lnTo>
                  <a:lnTo>
                    <a:pt x="2593288" y="5387"/>
                  </a:lnTo>
                  <a:lnTo>
                    <a:pt x="2633436" y="18148"/>
                  </a:lnTo>
                  <a:lnTo>
                    <a:pt x="2669988" y="40979"/>
                  </a:lnTo>
                  <a:lnTo>
                    <a:pt x="2684318" y="56920"/>
                  </a:lnTo>
                  <a:lnTo>
                    <a:pt x="2688214" y="62514"/>
                  </a:lnTo>
                  <a:lnTo>
                    <a:pt x="2691155" y="68279"/>
                  </a:lnTo>
                  <a:lnTo>
                    <a:pt x="2693141" y="74217"/>
                  </a:lnTo>
                  <a:lnTo>
                    <a:pt x="2695128" y="80156"/>
                  </a:lnTo>
                  <a:lnTo>
                    <a:pt x="2696121" y="86152"/>
                  </a:lnTo>
                  <a:lnTo>
                    <a:pt x="2696121" y="92206"/>
                  </a:lnTo>
                  <a:lnTo>
                    <a:pt x="2696121" y="256260"/>
                  </a:lnTo>
                  <a:lnTo>
                    <a:pt x="2696121" y="262315"/>
                  </a:lnTo>
                  <a:lnTo>
                    <a:pt x="2695128" y="268311"/>
                  </a:lnTo>
                  <a:lnTo>
                    <a:pt x="2693141" y="274249"/>
                  </a:lnTo>
                  <a:lnTo>
                    <a:pt x="2691155" y="280187"/>
                  </a:lnTo>
                  <a:lnTo>
                    <a:pt x="2664331" y="312522"/>
                  </a:lnTo>
                  <a:lnTo>
                    <a:pt x="2627206" y="332927"/>
                  </a:lnTo>
                  <a:lnTo>
                    <a:pt x="2586070" y="344498"/>
                  </a:lnTo>
                  <a:lnTo>
                    <a:pt x="2541057" y="348467"/>
                  </a:lnTo>
                  <a:lnTo>
                    <a:pt x="155063" y="348467"/>
                  </a:lnTo>
                  <a:lnTo>
                    <a:pt x="110050" y="344498"/>
                  </a:lnTo>
                  <a:lnTo>
                    <a:pt x="68914" y="332927"/>
                  </a:lnTo>
                  <a:lnTo>
                    <a:pt x="31789" y="312522"/>
                  </a:lnTo>
                  <a:lnTo>
                    <a:pt x="4965" y="280187"/>
                  </a:lnTo>
                  <a:lnTo>
                    <a:pt x="0" y="262315"/>
                  </a:lnTo>
                  <a:lnTo>
                    <a:pt x="0" y="256260"/>
                  </a:lnTo>
                  <a:lnTo>
                    <a:pt x="0" y="92206"/>
                  </a:lnTo>
                  <a:lnTo>
                    <a:pt x="0" y="86152"/>
                  </a:lnTo>
                  <a:lnTo>
                    <a:pt x="993" y="80156"/>
                  </a:lnTo>
                  <a:lnTo>
                    <a:pt x="20476" y="46013"/>
                  </a:lnTo>
                  <a:lnTo>
                    <a:pt x="56691" y="20928"/>
                  </a:lnTo>
                  <a:lnTo>
                    <a:pt x="95723" y="7018"/>
                  </a:lnTo>
                  <a:lnTo>
                    <a:pt x="139864" y="442"/>
                  </a:lnTo>
                  <a:lnTo>
                    <a:pt x="147445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2313348" y="2898371"/>
              <a:ext cx="2975610" cy="348615"/>
            </a:xfrm>
            <a:custGeom>
              <a:rect b="b" l="l" r="r" t="t"/>
              <a:pathLst>
                <a:path extrusionOk="0" h="348614" w="2975610">
                  <a:moveTo>
                    <a:pt x="2820419" y="348467"/>
                  </a:moveTo>
                  <a:lnTo>
                    <a:pt x="155063" y="348467"/>
                  </a:lnTo>
                  <a:lnTo>
                    <a:pt x="147445" y="348356"/>
                  </a:lnTo>
                  <a:lnTo>
                    <a:pt x="102832" y="343079"/>
                  </a:lnTo>
                  <a:lnTo>
                    <a:pt x="62684" y="330318"/>
                  </a:lnTo>
                  <a:lnTo>
                    <a:pt x="20476" y="302453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699" y="51326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20" y="996"/>
                  </a:lnTo>
                  <a:lnTo>
                    <a:pt x="155063" y="0"/>
                  </a:lnTo>
                  <a:lnTo>
                    <a:pt x="2820419" y="0"/>
                  </a:lnTo>
                  <a:lnTo>
                    <a:pt x="2865431" y="3969"/>
                  </a:lnTo>
                  <a:lnTo>
                    <a:pt x="2906567" y="15539"/>
                  </a:lnTo>
                  <a:lnTo>
                    <a:pt x="2943692" y="35945"/>
                  </a:lnTo>
                  <a:lnTo>
                    <a:pt x="2970516" y="68279"/>
                  </a:lnTo>
                  <a:lnTo>
                    <a:pt x="2975483" y="86152"/>
                  </a:lnTo>
                  <a:lnTo>
                    <a:pt x="2975483" y="262315"/>
                  </a:lnTo>
                  <a:lnTo>
                    <a:pt x="2959782" y="297140"/>
                  </a:lnTo>
                  <a:lnTo>
                    <a:pt x="2924547" y="324585"/>
                  </a:lnTo>
                  <a:lnTo>
                    <a:pt x="2886725" y="339612"/>
                  </a:lnTo>
                  <a:lnTo>
                    <a:pt x="2843162" y="347470"/>
                  </a:lnTo>
                  <a:lnTo>
                    <a:pt x="2820419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2313348" y="2898371"/>
              <a:ext cx="2975610" cy="348615"/>
            </a:xfrm>
            <a:custGeom>
              <a:rect b="b" l="l" r="r" t="t"/>
              <a:pathLst>
                <a:path extrusionOk="0" h="348614" w="2975610">
                  <a:moveTo>
                    <a:pt x="155063" y="0"/>
                  </a:moveTo>
                  <a:lnTo>
                    <a:pt x="2820419" y="0"/>
                  </a:lnTo>
                  <a:lnTo>
                    <a:pt x="2828037" y="110"/>
                  </a:lnTo>
                  <a:lnTo>
                    <a:pt x="2872649" y="5387"/>
                  </a:lnTo>
                  <a:lnTo>
                    <a:pt x="2912798" y="18148"/>
                  </a:lnTo>
                  <a:lnTo>
                    <a:pt x="2949349" y="40979"/>
                  </a:lnTo>
                  <a:lnTo>
                    <a:pt x="2955006" y="46012"/>
                  </a:lnTo>
                  <a:lnTo>
                    <a:pt x="2972502" y="74217"/>
                  </a:lnTo>
                  <a:lnTo>
                    <a:pt x="2974489" y="80155"/>
                  </a:lnTo>
                  <a:lnTo>
                    <a:pt x="2975483" y="86152"/>
                  </a:lnTo>
                  <a:lnTo>
                    <a:pt x="2975483" y="92206"/>
                  </a:lnTo>
                  <a:lnTo>
                    <a:pt x="2975483" y="256260"/>
                  </a:lnTo>
                  <a:lnTo>
                    <a:pt x="2975483" y="262315"/>
                  </a:lnTo>
                  <a:lnTo>
                    <a:pt x="2974490" y="268311"/>
                  </a:lnTo>
                  <a:lnTo>
                    <a:pt x="2955006" y="302453"/>
                  </a:lnTo>
                  <a:lnTo>
                    <a:pt x="2949349" y="307487"/>
                  </a:lnTo>
                  <a:lnTo>
                    <a:pt x="2943692" y="312521"/>
                  </a:lnTo>
                  <a:lnTo>
                    <a:pt x="2906567" y="332927"/>
                  </a:lnTo>
                  <a:lnTo>
                    <a:pt x="2865431" y="344498"/>
                  </a:lnTo>
                  <a:lnTo>
                    <a:pt x="2820419" y="348467"/>
                  </a:lnTo>
                  <a:lnTo>
                    <a:pt x="155063" y="348467"/>
                  </a:lnTo>
                  <a:lnTo>
                    <a:pt x="110050" y="344497"/>
                  </a:lnTo>
                  <a:lnTo>
                    <a:pt x="68914" y="332927"/>
                  </a:lnTo>
                  <a:lnTo>
                    <a:pt x="31789" y="312521"/>
                  </a:lnTo>
                  <a:lnTo>
                    <a:pt x="4965" y="280187"/>
                  </a:lnTo>
                  <a:lnTo>
                    <a:pt x="2979" y="274249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256260"/>
                  </a:lnTo>
                  <a:lnTo>
                    <a:pt x="0" y="92206"/>
                  </a:lnTo>
                  <a:lnTo>
                    <a:pt x="0" y="86152"/>
                  </a:lnTo>
                  <a:lnTo>
                    <a:pt x="993" y="80155"/>
                  </a:lnTo>
                  <a:lnTo>
                    <a:pt x="2979" y="74217"/>
                  </a:lnTo>
                  <a:lnTo>
                    <a:pt x="4965" y="68279"/>
                  </a:lnTo>
                  <a:lnTo>
                    <a:pt x="26132" y="40979"/>
                  </a:lnTo>
                  <a:lnTo>
                    <a:pt x="31789" y="35945"/>
                  </a:lnTo>
                  <a:lnTo>
                    <a:pt x="68914" y="15539"/>
                  </a:lnTo>
                  <a:lnTo>
                    <a:pt x="110050" y="3969"/>
                  </a:lnTo>
                  <a:lnTo>
                    <a:pt x="147445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548105" y="3320604"/>
              <a:ext cx="6454775" cy="1814195"/>
            </a:xfrm>
            <a:custGeom>
              <a:rect b="b" l="l" r="r" t="t"/>
              <a:pathLst>
                <a:path extrusionOk="0" h="1814195" w="6454775">
                  <a:moveTo>
                    <a:pt x="6454738" y="1813703"/>
                  </a:moveTo>
                  <a:lnTo>
                    <a:pt x="0" y="1813703"/>
                  </a:lnTo>
                  <a:lnTo>
                    <a:pt x="0" y="0"/>
                  </a:lnTo>
                  <a:lnTo>
                    <a:pt x="6454738" y="0"/>
                  </a:lnTo>
                  <a:lnTo>
                    <a:pt x="6454738" y="1813703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548105" y="3320604"/>
              <a:ext cx="6454775" cy="1814195"/>
            </a:xfrm>
            <a:custGeom>
              <a:rect b="b" l="l" r="r" t="t"/>
              <a:pathLst>
                <a:path extrusionOk="0" h="1814195" w="6454775">
                  <a:moveTo>
                    <a:pt x="0" y="1813703"/>
                  </a:moveTo>
                  <a:lnTo>
                    <a:pt x="0" y="0"/>
                  </a:lnTo>
                  <a:lnTo>
                    <a:pt x="6454738" y="0"/>
                  </a:lnTo>
                  <a:lnTo>
                    <a:pt x="6454738" y="1813703"/>
                  </a:lnTo>
                </a:path>
                <a:path extrusionOk="0" h="1814195" w="6454775">
                  <a:moveTo>
                    <a:pt x="2935788" y="0"/>
                  </a:moveTo>
                  <a:lnTo>
                    <a:pt x="2935788" y="149301"/>
                  </a:lnTo>
                  <a:lnTo>
                    <a:pt x="2811737" y="223066"/>
                  </a:lnTo>
                  <a:lnTo>
                    <a:pt x="0" y="223066"/>
                  </a:lnTo>
                </a:path>
              </a:pathLst>
            </a:custGeom>
            <a:noFill/>
            <a:ln cap="flat" cmpd="sng" w="148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50"/>
          <p:cNvSpPr txBox="1"/>
          <p:nvPr/>
        </p:nvSpPr>
        <p:spPr>
          <a:xfrm>
            <a:off x="692773" y="1430396"/>
            <a:ext cx="5836024" cy="1975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646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74FF7B"/>
                </a:solidFill>
                <a:latin typeface="Arial"/>
                <a:ea typeface="Arial"/>
                <a:cs typeface="Arial"/>
                <a:sym typeface="Arial"/>
              </a:rPr>
              <a:t>Selecionar Elementos DOM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21615" lvl="0" marL="2004060" marR="140970" rtl="0" algn="l">
              <a:lnSpc>
                <a:spcPct val="2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74FF7B"/>
                </a:solidFill>
                <a:latin typeface="Arial"/>
                <a:ea typeface="Arial"/>
                <a:cs typeface="Arial"/>
                <a:sym typeface="Arial"/>
              </a:rPr>
              <a:t>Chamar criarIndicadores Chamar irParaSlide 0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1851660" lvl="0" marL="12700" marR="222885" rtl="0" algn="l">
              <a:lnSpc>
                <a:spcPct val="202999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74FF7B"/>
                </a:solidFill>
                <a:latin typeface="Arial"/>
                <a:ea typeface="Arial"/>
                <a:cs typeface="Arial"/>
                <a:sym typeface="Arial"/>
              </a:rPr>
              <a:t>Chamar iniciarAutoplay </a:t>
            </a:r>
            <a:r>
              <a:rPr lang="pt-BR" sz="1150">
                <a:solidFill>
                  <a:srgbClr val="00FFED"/>
                </a:solidFill>
                <a:latin typeface="Arial"/>
                <a:ea typeface="Arial"/>
                <a:cs typeface="Arial"/>
                <a:sym typeface="Arial"/>
              </a:rPr>
              <a:t>Função criarIndicadores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9" name="Google Shape;719;p50"/>
          <p:cNvGrpSpPr/>
          <p:nvPr/>
        </p:nvGrpSpPr>
        <p:grpSpPr>
          <a:xfrm>
            <a:off x="1173634" y="3542251"/>
            <a:ext cx="6852621" cy="1314784"/>
            <a:chOff x="969878" y="3669072"/>
            <a:chExt cx="5662930" cy="1361856"/>
          </a:xfrm>
        </p:grpSpPr>
        <p:sp>
          <p:nvSpPr>
            <p:cNvPr id="720" name="Google Shape;720;p50"/>
            <p:cNvSpPr/>
            <p:nvPr/>
          </p:nvSpPr>
          <p:spPr>
            <a:xfrm>
              <a:off x="2457495" y="4186314"/>
              <a:ext cx="2687320" cy="348615"/>
            </a:xfrm>
            <a:custGeom>
              <a:rect b="b" l="l" r="r" t="t"/>
              <a:pathLst>
                <a:path extrusionOk="0" h="348614" w="2687320">
                  <a:moveTo>
                    <a:pt x="2532126" y="348467"/>
                  </a:moveTo>
                  <a:lnTo>
                    <a:pt x="155063" y="348467"/>
                  </a:lnTo>
                  <a:lnTo>
                    <a:pt x="147446" y="348356"/>
                  </a:lnTo>
                  <a:lnTo>
                    <a:pt x="102832" y="343079"/>
                  </a:lnTo>
                  <a:lnTo>
                    <a:pt x="62684" y="330318"/>
                  </a:lnTo>
                  <a:lnTo>
                    <a:pt x="20476" y="302453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700" y="51326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20" y="996"/>
                  </a:lnTo>
                  <a:lnTo>
                    <a:pt x="155063" y="0"/>
                  </a:lnTo>
                  <a:lnTo>
                    <a:pt x="2532126" y="0"/>
                  </a:lnTo>
                  <a:lnTo>
                    <a:pt x="2577139" y="3969"/>
                  </a:lnTo>
                  <a:lnTo>
                    <a:pt x="2618274" y="15539"/>
                  </a:lnTo>
                  <a:lnTo>
                    <a:pt x="2655400" y="35945"/>
                  </a:lnTo>
                  <a:lnTo>
                    <a:pt x="2682223" y="68279"/>
                  </a:lnTo>
                  <a:lnTo>
                    <a:pt x="2687190" y="86152"/>
                  </a:lnTo>
                  <a:lnTo>
                    <a:pt x="2687190" y="262315"/>
                  </a:lnTo>
                  <a:lnTo>
                    <a:pt x="2671490" y="297139"/>
                  </a:lnTo>
                  <a:lnTo>
                    <a:pt x="2636254" y="324585"/>
                  </a:lnTo>
                  <a:lnTo>
                    <a:pt x="2598432" y="339612"/>
                  </a:lnTo>
                  <a:lnTo>
                    <a:pt x="2554870" y="347470"/>
                  </a:lnTo>
                  <a:lnTo>
                    <a:pt x="2532126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2457495" y="4186314"/>
              <a:ext cx="2687320" cy="348615"/>
            </a:xfrm>
            <a:custGeom>
              <a:rect b="b" l="l" r="r" t="t"/>
              <a:pathLst>
                <a:path extrusionOk="0" h="348614" w="2687320">
                  <a:moveTo>
                    <a:pt x="155063" y="0"/>
                  </a:moveTo>
                  <a:lnTo>
                    <a:pt x="2532126" y="0"/>
                  </a:lnTo>
                  <a:lnTo>
                    <a:pt x="2539744" y="110"/>
                  </a:lnTo>
                  <a:lnTo>
                    <a:pt x="2584356" y="5387"/>
                  </a:lnTo>
                  <a:lnTo>
                    <a:pt x="2624505" y="18148"/>
                  </a:lnTo>
                  <a:lnTo>
                    <a:pt x="2661056" y="40979"/>
                  </a:lnTo>
                  <a:lnTo>
                    <a:pt x="2666713" y="46013"/>
                  </a:lnTo>
                  <a:lnTo>
                    <a:pt x="2671490" y="51326"/>
                  </a:lnTo>
                  <a:lnTo>
                    <a:pt x="2675386" y="56920"/>
                  </a:lnTo>
                  <a:lnTo>
                    <a:pt x="2679282" y="62513"/>
                  </a:lnTo>
                  <a:lnTo>
                    <a:pt x="2682223" y="68279"/>
                  </a:lnTo>
                  <a:lnTo>
                    <a:pt x="2684210" y="74217"/>
                  </a:lnTo>
                  <a:lnTo>
                    <a:pt x="2686196" y="80155"/>
                  </a:lnTo>
                  <a:lnTo>
                    <a:pt x="2687190" y="86152"/>
                  </a:lnTo>
                  <a:lnTo>
                    <a:pt x="2687190" y="92206"/>
                  </a:lnTo>
                  <a:lnTo>
                    <a:pt x="2687190" y="256260"/>
                  </a:lnTo>
                  <a:lnTo>
                    <a:pt x="2687190" y="262315"/>
                  </a:lnTo>
                  <a:lnTo>
                    <a:pt x="2686197" y="268311"/>
                  </a:lnTo>
                  <a:lnTo>
                    <a:pt x="2666713" y="302453"/>
                  </a:lnTo>
                  <a:lnTo>
                    <a:pt x="2661056" y="307487"/>
                  </a:lnTo>
                  <a:lnTo>
                    <a:pt x="2655400" y="312521"/>
                  </a:lnTo>
                  <a:lnTo>
                    <a:pt x="2618274" y="332927"/>
                  </a:lnTo>
                  <a:lnTo>
                    <a:pt x="2577139" y="344497"/>
                  </a:lnTo>
                  <a:lnTo>
                    <a:pt x="2532126" y="348467"/>
                  </a:lnTo>
                  <a:lnTo>
                    <a:pt x="155063" y="348467"/>
                  </a:lnTo>
                  <a:lnTo>
                    <a:pt x="110050" y="344497"/>
                  </a:lnTo>
                  <a:lnTo>
                    <a:pt x="68914" y="332927"/>
                  </a:lnTo>
                  <a:lnTo>
                    <a:pt x="31789" y="312521"/>
                  </a:lnTo>
                  <a:lnTo>
                    <a:pt x="26133" y="307487"/>
                  </a:lnTo>
                  <a:lnTo>
                    <a:pt x="20476" y="302453"/>
                  </a:lnTo>
                  <a:lnTo>
                    <a:pt x="2979" y="274249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256260"/>
                  </a:lnTo>
                  <a:lnTo>
                    <a:pt x="0" y="92206"/>
                  </a:lnTo>
                  <a:lnTo>
                    <a:pt x="0" y="86152"/>
                  </a:lnTo>
                  <a:lnTo>
                    <a:pt x="993" y="80155"/>
                  </a:lnTo>
                  <a:lnTo>
                    <a:pt x="2979" y="74217"/>
                  </a:lnTo>
                  <a:lnTo>
                    <a:pt x="4965" y="68279"/>
                  </a:lnTo>
                  <a:lnTo>
                    <a:pt x="7907" y="62513"/>
                  </a:lnTo>
                  <a:lnTo>
                    <a:pt x="11803" y="56920"/>
                  </a:lnTo>
                  <a:lnTo>
                    <a:pt x="15700" y="51326"/>
                  </a:lnTo>
                  <a:lnTo>
                    <a:pt x="20476" y="46013"/>
                  </a:lnTo>
                  <a:lnTo>
                    <a:pt x="26133" y="40979"/>
                  </a:lnTo>
                  <a:lnTo>
                    <a:pt x="31789" y="35945"/>
                  </a:lnTo>
                  <a:lnTo>
                    <a:pt x="68914" y="15539"/>
                  </a:lnTo>
                  <a:lnTo>
                    <a:pt x="110050" y="3969"/>
                  </a:lnTo>
                  <a:lnTo>
                    <a:pt x="147446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969878" y="4682313"/>
              <a:ext cx="5662930" cy="348615"/>
            </a:xfrm>
            <a:custGeom>
              <a:rect b="b" l="l" r="r" t="t"/>
              <a:pathLst>
                <a:path extrusionOk="0" h="348614" w="5662930">
                  <a:moveTo>
                    <a:pt x="5507360" y="348467"/>
                  </a:moveTo>
                  <a:lnTo>
                    <a:pt x="155063" y="348467"/>
                  </a:lnTo>
                  <a:lnTo>
                    <a:pt x="147445" y="348356"/>
                  </a:lnTo>
                  <a:lnTo>
                    <a:pt x="102832" y="343079"/>
                  </a:lnTo>
                  <a:lnTo>
                    <a:pt x="62684" y="330318"/>
                  </a:lnTo>
                  <a:lnTo>
                    <a:pt x="20476" y="302453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86152"/>
                  </a:lnTo>
                  <a:lnTo>
                    <a:pt x="15699" y="51326"/>
                  </a:lnTo>
                  <a:lnTo>
                    <a:pt x="50935" y="23881"/>
                  </a:lnTo>
                  <a:lnTo>
                    <a:pt x="88756" y="8854"/>
                  </a:lnTo>
                  <a:lnTo>
                    <a:pt x="132320" y="996"/>
                  </a:lnTo>
                  <a:lnTo>
                    <a:pt x="155063" y="0"/>
                  </a:lnTo>
                  <a:lnTo>
                    <a:pt x="5507360" y="0"/>
                  </a:lnTo>
                  <a:lnTo>
                    <a:pt x="5552372" y="3969"/>
                  </a:lnTo>
                  <a:lnTo>
                    <a:pt x="5593508" y="15539"/>
                  </a:lnTo>
                  <a:lnTo>
                    <a:pt x="5630633" y="35945"/>
                  </a:lnTo>
                  <a:lnTo>
                    <a:pt x="5657457" y="68279"/>
                  </a:lnTo>
                  <a:lnTo>
                    <a:pt x="5662423" y="86152"/>
                  </a:lnTo>
                  <a:lnTo>
                    <a:pt x="5662423" y="262315"/>
                  </a:lnTo>
                  <a:lnTo>
                    <a:pt x="5646723" y="297139"/>
                  </a:lnTo>
                  <a:lnTo>
                    <a:pt x="5611488" y="324585"/>
                  </a:lnTo>
                  <a:lnTo>
                    <a:pt x="5573666" y="339612"/>
                  </a:lnTo>
                  <a:lnTo>
                    <a:pt x="5530103" y="347470"/>
                  </a:lnTo>
                  <a:lnTo>
                    <a:pt x="5507360" y="34846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969878" y="4682313"/>
              <a:ext cx="5662930" cy="348615"/>
            </a:xfrm>
            <a:custGeom>
              <a:rect b="b" l="l" r="r" t="t"/>
              <a:pathLst>
                <a:path extrusionOk="0" h="348614" w="5662930">
                  <a:moveTo>
                    <a:pt x="155063" y="0"/>
                  </a:moveTo>
                  <a:lnTo>
                    <a:pt x="5507360" y="0"/>
                  </a:lnTo>
                  <a:lnTo>
                    <a:pt x="5514977" y="110"/>
                  </a:lnTo>
                  <a:lnTo>
                    <a:pt x="5559590" y="5387"/>
                  </a:lnTo>
                  <a:lnTo>
                    <a:pt x="5599739" y="18147"/>
                  </a:lnTo>
                  <a:lnTo>
                    <a:pt x="5636290" y="40979"/>
                  </a:lnTo>
                  <a:lnTo>
                    <a:pt x="5650619" y="56920"/>
                  </a:lnTo>
                  <a:lnTo>
                    <a:pt x="5654515" y="62513"/>
                  </a:lnTo>
                  <a:lnTo>
                    <a:pt x="5662423" y="92206"/>
                  </a:lnTo>
                  <a:lnTo>
                    <a:pt x="5662423" y="256260"/>
                  </a:lnTo>
                  <a:lnTo>
                    <a:pt x="5650619" y="291546"/>
                  </a:lnTo>
                  <a:lnTo>
                    <a:pt x="5646723" y="297139"/>
                  </a:lnTo>
                  <a:lnTo>
                    <a:pt x="5617006" y="321460"/>
                  </a:lnTo>
                  <a:lnTo>
                    <a:pt x="5580457" y="337580"/>
                  </a:lnTo>
                  <a:lnTo>
                    <a:pt x="5537611" y="346695"/>
                  </a:lnTo>
                  <a:lnTo>
                    <a:pt x="5507360" y="348467"/>
                  </a:lnTo>
                  <a:lnTo>
                    <a:pt x="155063" y="348467"/>
                  </a:lnTo>
                  <a:lnTo>
                    <a:pt x="110050" y="344498"/>
                  </a:lnTo>
                  <a:lnTo>
                    <a:pt x="68914" y="332927"/>
                  </a:lnTo>
                  <a:lnTo>
                    <a:pt x="31789" y="312521"/>
                  </a:lnTo>
                  <a:lnTo>
                    <a:pt x="11803" y="291546"/>
                  </a:lnTo>
                  <a:lnTo>
                    <a:pt x="7907" y="285952"/>
                  </a:lnTo>
                  <a:lnTo>
                    <a:pt x="4965" y="280186"/>
                  </a:lnTo>
                  <a:lnTo>
                    <a:pt x="2979" y="274248"/>
                  </a:lnTo>
                  <a:lnTo>
                    <a:pt x="993" y="268311"/>
                  </a:lnTo>
                  <a:lnTo>
                    <a:pt x="0" y="262315"/>
                  </a:lnTo>
                  <a:lnTo>
                    <a:pt x="0" y="256260"/>
                  </a:lnTo>
                  <a:lnTo>
                    <a:pt x="0" y="92206"/>
                  </a:lnTo>
                  <a:lnTo>
                    <a:pt x="11803" y="56920"/>
                  </a:lnTo>
                  <a:lnTo>
                    <a:pt x="15699" y="51326"/>
                  </a:lnTo>
                  <a:lnTo>
                    <a:pt x="45417" y="27006"/>
                  </a:lnTo>
                  <a:lnTo>
                    <a:pt x="81966" y="10886"/>
                  </a:lnTo>
                  <a:lnTo>
                    <a:pt x="124812" y="1771"/>
                  </a:lnTo>
                  <a:lnTo>
                    <a:pt x="147445" y="110"/>
                  </a:lnTo>
                  <a:lnTo>
                    <a:pt x="15506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9E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2963499" y="3669072"/>
              <a:ext cx="1675764" cy="201295"/>
            </a:xfrm>
            <a:custGeom>
              <a:rect b="b" l="l" r="r" t="t"/>
              <a:pathLst>
                <a:path extrusionOk="0" h="201295" w="1675764">
                  <a:moveTo>
                    <a:pt x="1526320" y="200937"/>
                  </a:moveTo>
                  <a:lnTo>
                    <a:pt x="148861" y="200937"/>
                  </a:lnTo>
                  <a:lnTo>
                    <a:pt x="0" y="100468"/>
                  </a:lnTo>
                  <a:lnTo>
                    <a:pt x="148861" y="0"/>
                  </a:lnTo>
                  <a:lnTo>
                    <a:pt x="1526320" y="0"/>
                  </a:lnTo>
                  <a:lnTo>
                    <a:pt x="1675182" y="100468"/>
                  </a:lnTo>
                  <a:lnTo>
                    <a:pt x="1526320" y="20093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2963499" y="3669072"/>
              <a:ext cx="1675764" cy="201295"/>
            </a:xfrm>
            <a:custGeom>
              <a:rect b="b" l="l" r="r" t="t"/>
              <a:pathLst>
                <a:path extrusionOk="0" h="201295" w="1675764">
                  <a:moveTo>
                    <a:pt x="148861" y="0"/>
                  </a:moveTo>
                  <a:lnTo>
                    <a:pt x="1526320" y="0"/>
                  </a:lnTo>
                  <a:lnTo>
                    <a:pt x="1675182" y="100468"/>
                  </a:lnTo>
                  <a:lnTo>
                    <a:pt x="1526320" y="200937"/>
                  </a:lnTo>
                  <a:lnTo>
                    <a:pt x="148861" y="200937"/>
                  </a:lnTo>
                  <a:lnTo>
                    <a:pt x="0" y="100468"/>
                  </a:lnTo>
                  <a:lnTo>
                    <a:pt x="14886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6" name="Google Shape;726;p50"/>
          <p:cNvSpPr txBox="1"/>
          <p:nvPr/>
        </p:nvSpPr>
        <p:spPr>
          <a:xfrm>
            <a:off x="1308332" y="3733795"/>
            <a:ext cx="6582912" cy="1051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5308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1FF3B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74FF7B"/>
                </a:solidFill>
                <a:latin typeface="Arial"/>
                <a:ea typeface="Arial"/>
                <a:cs typeface="Arial"/>
                <a:sym typeface="Arial"/>
              </a:rPr>
              <a:t>Criar Span .indicador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74FF7B"/>
                </a:solidFill>
                <a:latin typeface="Arial"/>
                <a:ea typeface="Arial"/>
                <a:cs typeface="Arial"/>
                <a:sym typeface="Arial"/>
              </a:rPr>
              <a:t>Add Event Click: irParaSlide + reiniciarAutoplay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0"/>
          <p:cNvSpPr txBox="1"/>
          <p:nvPr/>
        </p:nvSpPr>
        <p:spPr>
          <a:xfrm>
            <a:off x="3750735" y="3539852"/>
            <a:ext cx="1698171" cy="19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F7C7C"/>
                </a:solidFill>
                <a:latin typeface="Arial"/>
                <a:ea typeface="Arial"/>
                <a:cs typeface="Arial"/>
                <a:sym typeface="Arial"/>
              </a:rPr>
              <a:t>Mais slides?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0"/>
          <p:cNvSpPr txBox="1"/>
          <p:nvPr/>
        </p:nvSpPr>
        <p:spPr>
          <a:xfrm>
            <a:off x="2992464" y="3442800"/>
            <a:ext cx="609344" cy="19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F1FF3B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9" name="Google Shape;729;p50"/>
          <p:cNvGrpSpPr/>
          <p:nvPr/>
        </p:nvGrpSpPr>
        <p:grpSpPr>
          <a:xfrm>
            <a:off x="920818" y="1219195"/>
            <a:ext cx="7357640" cy="3741699"/>
            <a:chOff x="760954" y="1262845"/>
            <a:chExt cx="6080272" cy="3875661"/>
          </a:xfrm>
        </p:grpSpPr>
        <p:pic>
          <p:nvPicPr>
            <p:cNvPr id="730" name="Google Shape;73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6248" y="1262845"/>
              <a:ext cx="109683" cy="152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1" name="Google Shape;731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6248" y="1758844"/>
              <a:ext cx="109683" cy="152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6248" y="2254843"/>
              <a:ext cx="109683" cy="152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6248" y="2750840"/>
              <a:ext cx="109683" cy="152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6248" y="4534782"/>
              <a:ext cx="109683" cy="152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47271" y="5030781"/>
              <a:ext cx="107636" cy="10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50"/>
            <p:cNvSpPr/>
            <p:nvPr/>
          </p:nvSpPr>
          <p:spPr>
            <a:xfrm>
              <a:off x="3801090" y="3870009"/>
              <a:ext cx="0" cy="316865"/>
            </a:xfrm>
            <a:custGeom>
              <a:rect b="b" l="l" r="r" t="t"/>
              <a:pathLst>
                <a:path extrusionOk="0" h="316864" w="120000">
                  <a:moveTo>
                    <a:pt x="0" y="0"/>
                  </a:moveTo>
                  <a:lnTo>
                    <a:pt x="0" y="316305"/>
                  </a:lnTo>
                </a:path>
              </a:pathLst>
            </a:custGeom>
            <a:noFill/>
            <a:ln cap="flat" cmpd="sng" w="24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7" name="Google Shape;737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6248" y="4107327"/>
              <a:ext cx="109683" cy="84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8" name="Google Shape;738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21100" y="4651142"/>
              <a:ext cx="120126" cy="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50"/>
            <p:cNvSpPr/>
            <p:nvPr/>
          </p:nvSpPr>
          <p:spPr>
            <a:xfrm>
              <a:off x="6768758" y="3769541"/>
              <a:ext cx="25400" cy="1365250"/>
            </a:xfrm>
            <a:custGeom>
              <a:rect b="b" l="l" r="r" t="t"/>
              <a:pathLst>
                <a:path extrusionOk="0" h="1365250" w="25400">
                  <a:moveTo>
                    <a:pt x="24810" y="1364767"/>
                  </a:moveTo>
                  <a:lnTo>
                    <a:pt x="0" y="1364767"/>
                  </a:lnTo>
                  <a:lnTo>
                    <a:pt x="0" y="0"/>
                  </a:lnTo>
                  <a:lnTo>
                    <a:pt x="24810" y="0"/>
                  </a:lnTo>
                  <a:lnTo>
                    <a:pt x="24810" y="13647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4638681" y="3769541"/>
              <a:ext cx="2142490" cy="0"/>
            </a:xfrm>
            <a:custGeom>
              <a:rect b="b" l="l" r="r" t="t"/>
              <a:pathLst>
                <a:path extrusionOk="0" h="120000" w="2142490">
                  <a:moveTo>
                    <a:pt x="2142482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47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1" name="Google Shape;741;p5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34012" y="3735365"/>
              <a:ext cx="133389" cy="68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2" name="Google Shape;742;p50"/>
            <p:cNvSpPr/>
            <p:nvPr/>
          </p:nvSpPr>
          <p:spPr>
            <a:xfrm>
              <a:off x="821017" y="3769541"/>
              <a:ext cx="2142490" cy="0"/>
            </a:xfrm>
            <a:custGeom>
              <a:rect b="b" l="l" r="r" t="t"/>
              <a:pathLst>
                <a:path extrusionOk="0" h="120000" w="2142490">
                  <a:moveTo>
                    <a:pt x="2142481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47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3" name="Google Shape;743;p5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0954" y="4621636"/>
              <a:ext cx="120126" cy="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4" name="Google Shape;744;p50"/>
            <p:cNvSpPr/>
            <p:nvPr/>
          </p:nvSpPr>
          <p:spPr>
            <a:xfrm>
              <a:off x="808612" y="3769541"/>
              <a:ext cx="25400" cy="1365250"/>
            </a:xfrm>
            <a:custGeom>
              <a:rect b="b" l="l" r="r" t="t"/>
              <a:pathLst>
                <a:path extrusionOk="0" h="1365250" w="25400">
                  <a:moveTo>
                    <a:pt x="24810" y="1364767"/>
                  </a:moveTo>
                  <a:lnTo>
                    <a:pt x="0" y="1364767"/>
                  </a:lnTo>
                  <a:lnTo>
                    <a:pt x="0" y="0"/>
                  </a:lnTo>
                  <a:lnTo>
                    <a:pt x="24810" y="0"/>
                  </a:lnTo>
                  <a:lnTo>
                    <a:pt x="24810" y="13647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3801090" y="3246839"/>
              <a:ext cx="0" cy="422275"/>
            </a:xfrm>
            <a:custGeom>
              <a:rect b="b" l="l" r="r" t="t"/>
              <a:pathLst>
                <a:path extrusionOk="0" h="422275" w="120000">
                  <a:moveTo>
                    <a:pt x="0" y="0"/>
                  </a:moveTo>
                  <a:lnTo>
                    <a:pt x="0" y="422233"/>
                  </a:lnTo>
                </a:path>
              </a:pathLst>
            </a:custGeom>
            <a:noFill/>
            <a:ln cap="flat" cmpd="sng" w="248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6" name="Google Shape;746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6248" y="3590085"/>
              <a:ext cx="109683" cy="84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51" name="Google Shape;751;p51"/>
          <p:cNvSpPr txBox="1"/>
          <p:nvPr>
            <p:ph type="title"/>
          </p:nvPr>
        </p:nvSpPr>
        <p:spPr>
          <a:xfrm>
            <a:off x="730625" y="1582181"/>
            <a:ext cx="7670971" cy="594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CONCLUÍMOS AGRADECENDO:</a:t>
            </a:r>
            <a:endParaRPr/>
          </a:p>
        </p:txBody>
      </p:sp>
      <p:sp>
        <p:nvSpPr>
          <p:cNvPr id="752" name="Google Shape;752;p51"/>
          <p:cNvSpPr txBox="1"/>
          <p:nvPr/>
        </p:nvSpPr>
        <p:spPr>
          <a:xfrm>
            <a:off x="392375" y="2197023"/>
            <a:ext cx="8347934" cy="129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3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AOS PROFESSORES, FELIPE, LEANDRO, RENATA, RUI E THAÍS!</a:t>
            </a:r>
            <a:endParaRPr sz="20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AOS IRMÃOS BERRETA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 NUMBER ONE - GABRIEL, MATEUS E PEDRO M.</a:t>
            </a:r>
            <a:endParaRPr sz="13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